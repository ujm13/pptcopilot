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7" r:id="rId10"/>
    <p:sldId id="268" r:id="rId11"/>
    <p:sldId id="269" r:id="rId12"/>
    <p:sldId id="270" r:id="rId13"/>
    <p:sldId id="271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387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01ED0-92B9-E178-81A4-04F6ACB1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EA38604-C562-0762-0A5A-11E7AF61C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2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自訂</PresentationFormat>
  <Paragraphs>0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妘鎂 林</cp:lastModifiedBy>
  <cp:revision>3</cp:revision>
  <dcterms:created xsi:type="dcterms:W3CDTF">2006-08-16T00:00:00Z</dcterms:created>
  <dcterms:modified xsi:type="dcterms:W3CDTF">2026-03-31T15:00:45Z</dcterms:modified>
</cp:coreProperties>
</file>