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ags/tag2.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p:sldMasterIdLst>
    <p:sldMasterId id="2147483648" r:id="rId1"/>
  </p:sldMasterIdLst>
  <p:notesMasterIdLst>
    <p:notesMasterId r:id="rId12"/>
  </p:notesMasterIdLst>
  <p:handoutMasterIdLst>
    <p:handoutMasterId r:id="rId13"/>
  </p:handoutMasterIdLst>
  <p:sldIdLst>
    <p:sldId id="2265" r:id="rId2"/>
    <p:sldId id="2270" r:id="rId3"/>
    <p:sldId id="2271" r:id="rId4"/>
    <p:sldId id="2274" r:id="rId5"/>
    <p:sldId id="2273" r:id="rId6"/>
    <p:sldId id="2275" r:id="rId7"/>
    <p:sldId id="260" r:id="rId8"/>
    <p:sldId id="2276" r:id="rId9"/>
    <p:sldId id="2277" r:id="rId10"/>
    <p:sldId id="2278" r:id="rId11"/>
  </p:sldIdLst>
  <p:sldSz cx="11949113" cy="6721475"/>
  <p:notesSz cx="6797675" cy="9928225"/>
  <p:custDataLst>
    <p:tags r:id="rId14"/>
  </p:custDataLst>
  <p:defaultTextStyle>
    <a:defPPr>
      <a:defRPr lang="en-US"/>
    </a:defPPr>
    <a:lvl1pPr algn="l" rtl="0" fontAlgn="base">
      <a:spcBef>
        <a:spcPct val="0"/>
      </a:spcBef>
      <a:spcAft>
        <a:spcPct val="0"/>
      </a:spcAft>
      <a:defRPr sz="4000" b="1" kern="1200">
        <a:solidFill>
          <a:schemeClr val="tx1"/>
        </a:solidFill>
        <a:latin typeface="Arial" charset="0"/>
        <a:ea typeface="华文楷体" pitchFamily="2" charset="-122"/>
        <a:cs typeface="+mn-cs"/>
      </a:defRPr>
    </a:lvl1pPr>
    <a:lvl2pPr marL="457200" algn="l" rtl="0" fontAlgn="base">
      <a:spcBef>
        <a:spcPct val="0"/>
      </a:spcBef>
      <a:spcAft>
        <a:spcPct val="0"/>
      </a:spcAft>
      <a:defRPr sz="4000" b="1" kern="1200">
        <a:solidFill>
          <a:schemeClr val="tx1"/>
        </a:solidFill>
        <a:latin typeface="Arial" charset="0"/>
        <a:ea typeface="华文楷体" pitchFamily="2" charset="-122"/>
        <a:cs typeface="+mn-cs"/>
      </a:defRPr>
    </a:lvl2pPr>
    <a:lvl3pPr marL="914400" algn="l" rtl="0" fontAlgn="base">
      <a:spcBef>
        <a:spcPct val="0"/>
      </a:spcBef>
      <a:spcAft>
        <a:spcPct val="0"/>
      </a:spcAft>
      <a:defRPr sz="4000" b="1" kern="1200">
        <a:solidFill>
          <a:schemeClr val="tx1"/>
        </a:solidFill>
        <a:latin typeface="Arial" charset="0"/>
        <a:ea typeface="华文楷体" pitchFamily="2" charset="-122"/>
        <a:cs typeface="+mn-cs"/>
      </a:defRPr>
    </a:lvl3pPr>
    <a:lvl4pPr marL="1371600" algn="l" rtl="0" fontAlgn="base">
      <a:spcBef>
        <a:spcPct val="0"/>
      </a:spcBef>
      <a:spcAft>
        <a:spcPct val="0"/>
      </a:spcAft>
      <a:defRPr sz="4000" b="1" kern="1200">
        <a:solidFill>
          <a:schemeClr val="tx1"/>
        </a:solidFill>
        <a:latin typeface="Arial" charset="0"/>
        <a:ea typeface="华文楷体" pitchFamily="2" charset="-122"/>
        <a:cs typeface="+mn-cs"/>
      </a:defRPr>
    </a:lvl4pPr>
    <a:lvl5pPr marL="1828800" algn="l" rtl="0" fontAlgn="base">
      <a:spcBef>
        <a:spcPct val="0"/>
      </a:spcBef>
      <a:spcAft>
        <a:spcPct val="0"/>
      </a:spcAft>
      <a:defRPr sz="4000" b="1" kern="1200">
        <a:solidFill>
          <a:schemeClr val="tx1"/>
        </a:solidFill>
        <a:latin typeface="Arial" charset="0"/>
        <a:ea typeface="华文楷体" pitchFamily="2" charset="-122"/>
        <a:cs typeface="+mn-cs"/>
      </a:defRPr>
    </a:lvl5pPr>
    <a:lvl6pPr marL="2286000" algn="l" defTabSz="914400" rtl="0" eaLnBrk="1" latinLnBrk="0" hangingPunct="1">
      <a:defRPr sz="4000" b="1" kern="1200">
        <a:solidFill>
          <a:schemeClr val="tx1"/>
        </a:solidFill>
        <a:latin typeface="Arial" charset="0"/>
        <a:ea typeface="华文楷体" pitchFamily="2" charset="-122"/>
        <a:cs typeface="+mn-cs"/>
      </a:defRPr>
    </a:lvl6pPr>
    <a:lvl7pPr marL="2743200" algn="l" defTabSz="914400" rtl="0" eaLnBrk="1" latinLnBrk="0" hangingPunct="1">
      <a:defRPr sz="4000" b="1" kern="1200">
        <a:solidFill>
          <a:schemeClr val="tx1"/>
        </a:solidFill>
        <a:latin typeface="Arial" charset="0"/>
        <a:ea typeface="华文楷体" pitchFamily="2" charset="-122"/>
        <a:cs typeface="+mn-cs"/>
      </a:defRPr>
    </a:lvl7pPr>
    <a:lvl8pPr marL="3200400" algn="l" defTabSz="914400" rtl="0" eaLnBrk="1" latinLnBrk="0" hangingPunct="1">
      <a:defRPr sz="4000" b="1" kern="1200">
        <a:solidFill>
          <a:schemeClr val="tx1"/>
        </a:solidFill>
        <a:latin typeface="Arial" charset="0"/>
        <a:ea typeface="华文楷体" pitchFamily="2" charset="-122"/>
        <a:cs typeface="+mn-cs"/>
      </a:defRPr>
    </a:lvl8pPr>
    <a:lvl9pPr marL="3657600" algn="l" defTabSz="914400" rtl="0" eaLnBrk="1" latinLnBrk="0" hangingPunct="1">
      <a:defRPr sz="4000" b="1" kern="1200">
        <a:solidFill>
          <a:schemeClr val="tx1"/>
        </a:solidFill>
        <a:latin typeface="Arial" charset="0"/>
        <a:ea typeface="华文楷体" pitchFamily="2" charset="-122"/>
        <a:cs typeface="+mn-cs"/>
      </a:defRPr>
    </a:lvl9pPr>
  </p:defaultTextStyle>
  <p:extLst>
    <p:ext uri="{EFAFB233-063F-42B5-8137-9DF3F51BA10A}">
      <p15:sldGuideLst xmlns:p15="http://schemas.microsoft.com/office/powerpoint/2012/main">
        <p15:guide id="1" orient="horz" pos="2166" userDrawn="1">
          <p15:clr>
            <a:srgbClr val="A4A3A4"/>
          </p15:clr>
        </p15:guide>
        <p15:guide id="2" pos="243" userDrawn="1">
          <p15:clr>
            <a:srgbClr val="A4A3A4"/>
          </p15:clr>
        </p15:guide>
      </p15:sldGuideLst>
    </p:ext>
    <p:ext uri="{2D200454-40CA-4A62-9FC3-DE9A4176ACB9}">
      <p15:notesGuideLst xmlns:p15="http://schemas.microsoft.com/office/powerpoint/2012/main">
        <p15:guide id="1" orient="horz" pos="3127">
          <p15:clr>
            <a:srgbClr val="A4A3A4"/>
          </p15:clr>
        </p15:guide>
        <p15:guide id="2" pos="214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8FAFC"/>
    <a:srgbClr val="FFFFFF"/>
    <a:srgbClr val="FF0000"/>
    <a:srgbClr val="FFCCFF"/>
    <a:srgbClr val="FFFF99"/>
    <a:srgbClr val="FFCC00"/>
    <a:srgbClr val="66CCFF"/>
    <a:srgbClr val="99CCFF"/>
    <a:srgbClr val="FF3300"/>
    <a:srgbClr val="3333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1948" autoAdjust="0"/>
    <p:restoredTop sz="94513" autoAdjust="0"/>
  </p:normalViewPr>
  <p:slideViewPr>
    <p:cSldViewPr snapToGrid="0">
      <p:cViewPr>
        <p:scale>
          <a:sx n="66" d="100"/>
          <a:sy n="66" d="100"/>
        </p:scale>
        <p:origin x="96" y="744"/>
      </p:cViewPr>
      <p:guideLst>
        <p:guide orient="horz" pos="2166"/>
        <p:guide pos="243"/>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snapToGrid="0">
      <p:cViewPr varScale="1">
        <p:scale>
          <a:sx n="67" d="100"/>
          <a:sy n="67" d="100"/>
        </p:scale>
        <p:origin x="-756" y="-102"/>
      </p:cViewPr>
      <p:guideLst>
        <p:guide orient="horz" pos="3127"/>
        <p:guide pos="214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handoutMaster" Target="handoutMasters/handoutMaster1.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gs" Target="tags/tag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70" name="Rectangle 2"/>
          <p:cNvSpPr>
            <a:spLocks noGrp="1" noChangeArrowheads="1"/>
          </p:cNvSpPr>
          <p:nvPr>
            <p:ph type="hdr" sz="quarter"/>
          </p:nvPr>
        </p:nvSpPr>
        <p:spPr bwMode="auto">
          <a:xfrm>
            <a:off x="0" y="0"/>
            <a:ext cx="2947988" cy="496888"/>
          </a:xfrm>
          <a:prstGeom prst="rect">
            <a:avLst/>
          </a:prstGeom>
          <a:noFill/>
          <a:ln w="9525">
            <a:noFill/>
            <a:miter lim="800000"/>
            <a:headEnd/>
            <a:tailEnd/>
          </a:ln>
          <a:effectLst/>
        </p:spPr>
        <p:txBody>
          <a:bodyPr vert="horz" wrap="square" lIns="98935" tIns="49467" rIns="98935" bIns="49467" numCol="1" anchor="t" anchorCtr="0" compatLnSpc="1">
            <a:prstTxWarp prst="textNoShape">
              <a:avLst/>
            </a:prstTxWarp>
          </a:bodyPr>
          <a:lstStyle>
            <a:lvl1pPr defTabSz="989013">
              <a:defRPr sz="1200" b="0">
                <a:latin typeface="Times New Roman" charset="0"/>
                <a:ea typeface="新細明體" pitchFamily="18" charset="-120"/>
              </a:defRPr>
            </a:lvl1pPr>
          </a:lstStyle>
          <a:p>
            <a:pPr>
              <a:defRPr/>
            </a:pPr>
            <a:endParaRPr lang="en-US" altLang="zh-TW"/>
          </a:p>
        </p:txBody>
      </p:sp>
      <p:sp>
        <p:nvSpPr>
          <p:cNvPr id="7171" name="Rectangle 3"/>
          <p:cNvSpPr>
            <a:spLocks noGrp="1" noChangeArrowheads="1"/>
          </p:cNvSpPr>
          <p:nvPr>
            <p:ph type="dt" sz="quarter" idx="1"/>
          </p:nvPr>
        </p:nvSpPr>
        <p:spPr bwMode="auto">
          <a:xfrm>
            <a:off x="3849688" y="0"/>
            <a:ext cx="2947987" cy="496888"/>
          </a:xfrm>
          <a:prstGeom prst="rect">
            <a:avLst/>
          </a:prstGeom>
          <a:noFill/>
          <a:ln w="9525">
            <a:noFill/>
            <a:miter lim="800000"/>
            <a:headEnd/>
            <a:tailEnd/>
          </a:ln>
          <a:effectLst/>
        </p:spPr>
        <p:txBody>
          <a:bodyPr vert="horz" wrap="square" lIns="98935" tIns="49467" rIns="98935" bIns="49467" numCol="1" anchor="t" anchorCtr="0" compatLnSpc="1">
            <a:prstTxWarp prst="textNoShape">
              <a:avLst/>
            </a:prstTxWarp>
          </a:bodyPr>
          <a:lstStyle>
            <a:lvl1pPr algn="r" defTabSz="989013">
              <a:defRPr sz="1200" b="0">
                <a:latin typeface="Times New Roman" charset="0"/>
                <a:ea typeface="新細明體" pitchFamily="18" charset="-120"/>
              </a:defRPr>
            </a:lvl1pPr>
          </a:lstStyle>
          <a:p>
            <a:pPr>
              <a:defRPr/>
            </a:pPr>
            <a:fld id="{81C88EAB-EE0A-4154-B212-2925DF29A372}" type="datetime1">
              <a:rPr lang="zh-TW" altLang="en-US"/>
              <a:pPr>
                <a:defRPr/>
              </a:pPr>
              <a:t>2026/5/18</a:t>
            </a:fld>
            <a:endParaRPr lang="en-US" altLang="zh-TW"/>
          </a:p>
        </p:txBody>
      </p:sp>
      <p:sp>
        <p:nvSpPr>
          <p:cNvPr id="7172" name="Rectangle 4"/>
          <p:cNvSpPr>
            <a:spLocks noGrp="1" noChangeArrowheads="1"/>
          </p:cNvSpPr>
          <p:nvPr>
            <p:ph type="ftr" sz="quarter" idx="2"/>
          </p:nvPr>
        </p:nvSpPr>
        <p:spPr bwMode="auto">
          <a:xfrm>
            <a:off x="0" y="9431338"/>
            <a:ext cx="2947988" cy="496887"/>
          </a:xfrm>
          <a:prstGeom prst="rect">
            <a:avLst/>
          </a:prstGeom>
          <a:noFill/>
          <a:ln w="9525">
            <a:noFill/>
            <a:miter lim="800000"/>
            <a:headEnd/>
            <a:tailEnd/>
          </a:ln>
          <a:effectLst/>
        </p:spPr>
        <p:txBody>
          <a:bodyPr vert="horz" wrap="square" lIns="98935" tIns="49467" rIns="98935" bIns="49467" numCol="1" anchor="b" anchorCtr="0" compatLnSpc="1">
            <a:prstTxWarp prst="textNoShape">
              <a:avLst/>
            </a:prstTxWarp>
          </a:bodyPr>
          <a:lstStyle>
            <a:lvl1pPr defTabSz="989013">
              <a:defRPr sz="1200" b="0">
                <a:latin typeface="Times New Roman" charset="0"/>
                <a:ea typeface="新細明體" pitchFamily="18" charset="-120"/>
              </a:defRPr>
            </a:lvl1pPr>
          </a:lstStyle>
          <a:p>
            <a:pPr>
              <a:defRPr/>
            </a:pPr>
            <a:r>
              <a:rPr lang="zh-TW" altLang="en-US"/>
              <a:t>20060726 STCv1</a:t>
            </a:r>
            <a:endParaRPr lang="en-US" altLang="zh-TW"/>
          </a:p>
        </p:txBody>
      </p:sp>
      <p:sp>
        <p:nvSpPr>
          <p:cNvPr id="7173" name="Rectangle 5"/>
          <p:cNvSpPr>
            <a:spLocks noGrp="1" noChangeArrowheads="1"/>
          </p:cNvSpPr>
          <p:nvPr>
            <p:ph type="sldNum" sz="quarter" idx="3"/>
          </p:nvPr>
        </p:nvSpPr>
        <p:spPr bwMode="auto">
          <a:xfrm>
            <a:off x="3849688" y="9431338"/>
            <a:ext cx="2947987" cy="496887"/>
          </a:xfrm>
          <a:prstGeom prst="rect">
            <a:avLst/>
          </a:prstGeom>
          <a:noFill/>
          <a:ln w="9525">
            <a:noFill/>
            <a:miter lim="800000"/>
            <a:headEnd/>
            <a:tailEnd/>
          </a:ln>
          <a:effectLst/>
        </p:spPr>
        <p:txBody>
          <a:bodyPr vert="horz" wrap="square" lIns="98935" tIns="49467" rIns="98935" bIns="49467" numCol="1" anchor="b" anchorCtr="0" compatLnSpc="1">
            <a:prstTxWarp prst="textNoShape">
              <a:avLst/>
            </a:prstTxWarp>
          </a:bodyPr>
          <a:lstStyle>
            <a:lvl1pPr algn="r" defTabSz="989013">
              <a:defRPr sz="1200" b="0">
                <a:latin typeface="Times New Roman" charset="0"/>
                <a:ea typeface="新細明體" pitchFamily="18" charset="-120"/>
              </a:defRPr>
            </a:lvl1pPr>
          </a:lstStyle>
          <a:p>
            <a:pPr>
              <a:defRPr/>
            </a:pPr>
            <a:fld id="{21C6206E-F53A-43CF-8083-2B602C0BB7D5}" type="slidenum">
              <a:rPr lang="zh-TW" altLang="en-US"/>
              <a:pPr>
                <a:defRPr/>
              </a:pPr>
              <a:t>‹#›</a:t>
            </a:fld>
            <a:endParaRPr lang="en-US" altLang="zh-TW"/>
          </a:p>
        </p:txBody>
      </p:sp>
    </p:spTree>
    <p:extLst>
      <p:ext uri="{BB962C8B-B14F-4D97-AF65-F5344CB8AC3E}">
        <p14:creationId xmlns:p14="http://schemas.microsoft.com/office/powerpoint/2010/main" val="810698500"/>
      </p:ext>
    </p:extLst>
  </p:cSld>
  <p:clrMap bg1="lt1" tx1="dk1" bg2="lt2" tx2="dk2" accent1="accent1" accent2="accent2" accent3="accent3" accent4="accent4" accent5="accent5" accent6="accent6" hlink="hlink" folHlink="folHlink"/>
  <p:hf sldNum="0"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4"/>
          <p:cNvSpPr>
            <a:spLocks noGrp="1" noRot="1" noChangeAspect="1" noChangeArrowheads="1" noTextEdit="1"/>
          </p:cNvSpPr>
          <p:nvPr>
            <p:ph type="sldImg" idx="2"/>
          </p:nvPr>
        </p:nvSpPr>
        <p:spPr bwMode="auto">
          <a:xfrm>
            <a:off x="-4162425" y="1279525"/>
            <a:ext cx="15078075" cy="8482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5125" name="Rectangle 5"/>
          <p:cNvSpPr>
            <a:spLocks noGrp="1" noChangeArrowheads="1"/>
          </p:cNvSpPr>
          <p:nvPr>
            <p:ph type="body" sz="quarter" idx="3"/>
          </p:nvPr>
        </p:nvSpPr>
        <p:spPr bwMode="auto">
          <a:xfrm>
            <a:off x="814388" y="366713"/>
            <a:ext cx="5645150" cy="328612"/>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p>
            <a:pPr lvl="0"/>
            <a:r>
              <a:rPr lang="en-US" altLang="zh-TW" noProof="0"/>
              <a:t>Click to edit Master text styles</a:t>
            </a:r>
          </a:p>
        </p:txBody>
      </p:sp>
      <p:sp>
        <p:nvSpPr>
          <p:cNvPr id="5126" name="doc id"/>
          <p:cNvSpPr>
            <a:spLocks noGrp="1" noChangeArrowheads="1"/>
          </p:cNvSpPr>
          <p:nvPr>
            <p:ph type="ftr" sz="quarter" idx="4"/>
          </p:nvPr>
        </p:nvSpPr>
        <p:spPr bwMode="auto">
          <a:xfrm>
            <a:off x="6323013" y="112713"/>
            <a:ext cx="269875" cy="122237"/>
          </a:xfrm>
          <a:prstGeom prst="rect">
            <a:avLst/>
          </a:prstGeom>
          <a:noFill/>
          <a:ln w="9525">
            <a:noFill/>
            <a:miter lim="800000"/>
            <a:headEnd/>
            <a:tailEnd/>
          </a:ln>
          <a:effectLst/>
        </p:spPr>
        <p:txBody>
          <a:bodyPr vert="horz" wrap="none" lIns="0" tIns="0" rIns="0" bIns="0" numCol="1" anchor="b" anchorCtr="0" compatLnSpc="1">
            <a:prstTxWarp prst="textNoShape">
              <a:avLst/>
            </a:prstTxWarp>
            <a:spAutoFit/>
          </a:bodyPr>
          <a:lstStyle>
            <a:lvl1pPr algn="r" defTabSz="989013">
              <a:defRPr sz="800" b="0">
                <a:latin typeface="Arial" charset="0"/>
                <a:ea typeface="新細明體" pitchFamily="18" charset="-120"/>
              </a:defRPr>
            </a:lvl1pPr>
          </a:lstStyle>
          <a:p>
            <a:pPr>
              <a:defRPr/>
            </a:pPr>
            <a:r>
              <a:rPr lang="en-US" altLang="zh-TW"/>
              <a:t>20060726 STCv1</a:t>
            </a:r>
            <a:endParaRPr lang="zh-TW" altLang="en-US"/>
          </a:p>
        </p:txBody>
      </p:sp>
      <p:sp>
        <p:nvSpPr>
          <p:cNvPr id="5127" name="pg num"/>
          <p:cNvSpPr>
            <a:spLocks noGrp="1" noChangeArrowheads="1"/>
          </p:cNvSpPr>
          <p:nvPr>
            <p:ph type="sldNum" sz="quarter" idx="5"/>
          </p:nvPr>
        </p:nvSpPr>
        <p:spPr bwMode="auto">
          <a:xfrm>
            <a:off x="6051550" y="9547225"/>
            <a:ext cx="541338" cy="184150"/>
          </a:xfrm>
          <a:prstGeom prst="rect">
            <a:avLst/>
          </a:prstGeom>
          <a:noFill/>
          <a:ln w="9525">
            <a:noFill/>
            <a:miter lim="800000"/>
            <a:headEnd/>
            <a:tailEnd/>
          </a:ln>
          <a:effectLst/>
        </p:spPr>
        <p:txBody>
          <a:bodyPr vert="horz" wrap="square" lIns="0" tIns="0" rIns="0" bIns="0" numCol="1" anchor="b" anchorCtr="0" compatLnSpc="1">
            <a:prstTxWarp prst="textNoShape">
              <a:avLst/>
            </a:prstTxWarp>
            <a:spAutoFit/>
          </a:bodyPr>
          <a:lstStyle>
            <a:lvl1pPr algn="r" defTabSz="989013">
              <a:defRPr sz="1200" b="0">
                <a:latin typeface="Arial" charset="0"/>
                <a:ea typeface="新細明體" pitchFamily="18" charset="-120"/>
              </a:defRPr>
            </a:lvl1pPr>
          </a:lstStyle>
          <a:p>
            <a:pPr>
              <a:defRPr/>
            </a:pPr>
            <a:fld id="{B1E6EC91-7DF2-43D3-8AD2-388AEE0713B1}" type="slidenum">
              <a:rPr lang="zh-TW" altLang="en-US"/>
              <a:pPr>
                <a:defRPr/>
              </a:pPr>
              <a:t>‹#›</a:t>
            </a:fld>
            <a:endParaRPr lang="en-US" altLang="zh-TW"/>
          </a:p>
        </p:txBody>
      </p:sp>
      <p:sp>
        <p:nvSpPr>
          <p:cNvPr id="2" name="McK Separator" hidden="1"/>
          <p:cNvSpPr>
            <a:spLocks noChangeShapeType="1"/>
          </p:cNvSpPr>
          <p:nvPr/>
        </p:nvSpPr>
        <p:spPr bwMode="auto">
          <a:xfrm>
            <a:off x="814388" y="1509713"/>
            <a:ext cx="519747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TW" altLang="en-US"/>
          </a:p>
        </p:txBody>
      </p:sp>
    </p:spTree>
    <p:extLst>
      <p:ext uri="{BB962C8B-B14F-4D97-AF65-F5344CB8AC3E}">
        <p14:creationId xmlns:p14="http://schemas.microsoft.com/office/powerpoint/2010/main" val="2244334656"/>
      </p:ext>
    </p:extLst>
  </p:cSld>
  <p:clrMap bg1="lt1" tx1="dk1" bg2="lt2" tx2="dk2" accent1="accent1" accent2="accent2" accent3="accent3" accent4="accent4" accent5="accent5" accent6="accent6" hlink="hlink" folHlink="folHlink"/>
  <p:hf sldNum="0" hdr="0"/>
  <p:notesStyle>
    <a:lvl1pPr algn="l" rtl="0" eaLnBrk="0" fontAlgn="base" hangingPunct="0">
      <a:lnSpc>
        <a:spcPct val="90000"/>
      </a:lnSpc>
      <a:spcBef>
        <a:spcPct val="30000"/>
      </a:spcBef>
      <a:spcAft>
        <a:spcPct val="0"/>
      </a:spcAft>
      <a:defRPr sz="1600" b="1" kern="1200">
        <a:solidFill>
          <a:schemeClr val="tx1"/>
        </a:solidFill>
        <a:latin typeface="Arial" charset="0"/>
        <a:ea typeface="+mn-ea"/>
        <a:cs typeface="+mn-cs"/>
      </a:defRPr>
    </a:lvl1pPr>
    <a:lvl2pPr marL="742950" indent="-285750" algn="l" rtl="0" eaLnBrk="0" fontAlgn="base" hangingPunct="0">
      <a:spcBef>
        <a:spcPct val="30000"/>
      </a:spcBef>
      <a:spcAft>
        <a:spcPct val="0"/>
      </a:spcAft>
      <a:defRPr sz="1200" kern="1200">
        <a:solidFill>
          <a:schemeClr val="tx1"/>
        </a:solidFill>
        <a:latin typeface="Times New Roman" charset="0"/>
        <a:ea typeface="+mn-ea"/>
        <a:cs typeface="+mn-cs"/>
      </a:defRPr>
    </a:lvl2pPr>
    <a:lvl3pPr marL="1143000" indent="-228600" algn="l" rtl="0" eaLnBrk="0" fontAlgn="base" hangingPunct="0">
      <a:spcBef>
        <a:spcPct val="30000"/>
      </a:spcBef>
      <a:spcAft>
        <a:spcPct val="0"/>
      </a:spcAft>
      <a:defRPr sz="1200" kern="1200">
        <a:solidFill>
          <a:schemeClr val="tx1"/>
        </a:solidFill>
        <a:latin typeface="Times New Roman" charset="0"/>
        <a:ea typeface="+mn-ea"/>
        <a:cs typeface="+mn-cs"/>
      </a:defRPr>
    </a:lvl3pPr>
    <a:lvl4pPr marL="1600200" indent="-228600" algn="l" rtl="0" eaLnBrk="0" fontAlgn="base" hangingPunct="0">
      <a:spcBef>
        <a:spcPct val="30000"/>
      </a:spcBef>
      <a:spcAft>
        <a:spcPct val="0"/>
      </a:spcAft>
      <a:defRPr sz="1200" kern="1200">
        <a:solidFill>
          <a:schemeClr val="tx1"/>
        </a:solidFill>
        <a:latin typeface="Times New Roman" charset="0"/>
        <a:ea typeface="+mn-ea"/>
        <a:cs typeface="+mn-cs"/>
      </a:defRPr>
    </a:lvl4pPr>
    <a:lvl5pPr marL="2057400" indent="-228600" algn="l" rtl="0" eaLnBrk="0" fontAlgn="base" hangingPunct="0">
      <a:spcBef>
        <a:spcPct val="30000"/>
      </a:spcBef>
      <a:spcAft>
        <a:spcPct val="0"/>
      </a:spcAft>
      <a:defRPr sz="1200" kern="1200">
        <a:solidFill>
          <a:schemeClr val="tx1"/>
        </a:solidFill>
        <a:latin typeface="Times New Roman"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6" name="Google Shape;136;p5: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2.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標題投影片">
    <p:spTree>
      <p:nvGrpSpPr>
        <p:cNvPr id="1" name=""/>
        <p:cNvGrpSpPr/>
        <p:nvPr/>
      </p:nvGrpSpPr>
      <p:grpSpPr>
        <a:xfrm>
          <a:off x="0" y="0"/>
          <a:ext cx="0" cy="0"/>
          <a:chOff x="0" y="0"/>
          <a:chExt cx="0" cy="0"/>
        </a:xfrm>
      </p:grpSpPr>
      <p:grpSp>
        <p:nvGrpSpPr>
          <p:cNvPr id="5" name="McK Title Elements"/>
          <p:cNvGrpSpPr>
            <a:grpSpLocks/>
          </p:cNvGrpSpPr>
          <p:nvPr userDrawn="1"/>
        </p:nvGrpSpPr>
        <p:grpSpPr bwMode="auto">
          <a:xfrm>
            <a:off x="3520173" y="2139950"/>
            <a:ext cx="6703779" cy="4510088"/>
            <a:chOff x="1663" y="1348"/>
            <a:chExt cx="3167" cy="2841"/>
          </a:xfrm>
        </p:grpSpPr>
        <p:sp>
          <p:nvSpPr>
            <p:cNvPr id="6" name="McK Confidential" hidden="1"/>
            <p:cNvSpPr txBox="1">
              <a:spLocks noChangeArrowheads="1"/>
            </p:cNvSpPr>
            <p:nvPr userDrawn="1"/>
          </p:nvSpPr>
          <p:spPr bwMode="auto">
            <a:xfrm>
              <a:off x="1663" y="1348"/>
              <a:ext cx="936"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sz="4000" b="1">
                  <a:solidFill>
                    <a:schemeClr val="tx1"/>
                  </a:solidFill>
                  <a:latin typeface="Arial" charset="0"/>
                  <a:ea typeface="华文楷体" pitchFamily="2" charset="-122"/>
                </a:defRPr>
              </a:lvl1pPr>
              <a:lvl2pPr marL="742950" indent="-285750" eaLnBrk="0" hangingPunct="0">
                <a:defRPr sz="4000" b="1">
                  <a:solidFill>
                    <a:schemeClr val="tx1"/>
                  </a:solidFill>
                  <a:latin typeface="Arial" charset="0"/>
                  <a:ea typeface="华文楷体" pitchFamily="2" charset="-122"/>
                </a:defRPr>
              </a:lvl2pPr>
              <a:lvl3pPr marL="1143000" indent="-228600" eaLnBrk="0" hangingPunct="0">
                <a:defRPr sz="4000" b="1">
                  <a:solidFill>
                    <a:schemeClr val="tx1"/>
                  </a:solidFill>
                  <a:latin typeface="Arial" charset="0"/>
                  <a:ea typeface="华文楷体" pitchFamily="2" charset="-122"/>
                </a:defRPr>
              </a:lvl3pPr>
              <a:lvl4pPr marL="1600200" indent="-228600" eaLnBrk="0" hangingPunct="0">
                <a:defRPr sz="4000" b="1">
                  <a:solidFill>
                    <a:schemeClr val="tx1"/>
                  </a:solidFill>
                  <a:latin typeface="Arial" charset="0"/>
                  <a:ea typeface="华文楷体" pitchFamily="2" charset="-122"/>
                </a:defRPr>
              </a:lvl4pPr>
              <a:lvl5pPr marL="2057400" indent="-228600" eaLnBrk="0" hangingPunct="0">
                <a:defRPr sz="4000" b="1">
                  <a:solidFill>
                    <a:schemeClr val="tx1"/>
                  </a:solidFill>
                  <a:latin typeface="Arial" charset="0"/>
                  <a:ea typeface="华文楷体" pitchFamily="2" charset="-122"/>
                </a:defRPr>
              </a:lvl5pPr>
              <a:lvl6pPr marL="2514600" indent="-228600" eaLnBrk="0" fontAlgn="base" hangingPunct="0">
                <a:spcBef>
                  <a:spcPct val="0"/>
                </a:spcBef>
                <a:spcAft>
                  <a:spcPct val="0"/>
                </a:spcAft>
                <a:defRPr sz="4000" b="1">
                  <a:solidFill>
                    <a:schemeClr val="tx1"/>
                  </a:solidFill>
                  <a:latin typeface="Arial" charset="0"/>
                  <a:ea typeface="华文楷体" pitchFamily="2" charset="-122"/>
                </a:defRPr>
              </a:lvl6pPr>
              <a:lvl7pPr marL="2971800" indent="-228600" eaLnBrk="0" fontAlgn="base" hangingPunct="0">
                <a:spcBef>
                  <a:spcPct val="0"/>
                </a:spcBef>
                <a:spcAft>
                  <a:spcPct val="0"/>
                </a:spcAft>
                <a:defRPr sz="4000" b="1">
                  <a:solidFill>
                    <a:schemeClr val="tx1"/>
                  </a:solidFill>
                  <a:latin typeface="Arial" charset="0"/>
                  <a:ea typeface="华文楷体" pitchFamily="2" charset="-122"/>
                </a:defRPr>
              </a:lvl7pPr>
              <a:lvl8pPr marL="3429000" indent="-228600" eaLnBrk="0" fontAlgn="base" hangingPunct="0">
                <a:spcBef>
                  <a:spcPct val="0"/>
                </a:spcBef>
                <a:spcAft>
                  <a:spcPct val="0"/>
                </a:spcAft>
                <a:defRPr sz="4000" b="1">
                  <a:solidFill>
                    <a:schemeClr val="tx1"/>
                  </a:solidFill>
                  <a:latin typeface="Arial" charset="0"/>
                  <a:ea typeface="华文楷体" pitchFamily="2" charset="-122"/>
                </a:defRPr>
              </a:lvl8pPr>
              <a:lvl9pPr marL="3886200" indent="-228600" eaLnBrk="0" fontAlgn="base" hangingPunct="0">
                <a:spcBef>
                  <a:spcPct val="0"/>
                </a:spcBef>
                <a:spcAft>
                  <a:spcPct val="0"/>
                </a:spcAft>
                <a:defRPr sz="4000" b="1">
                  <a:solidFill>
                    <a:schemeClr val="tx1"/>
                  </a:solidFill>
                  <a:latin typeface="Arial" charset="0"/>
                  <a:ea typeface="华文楷体" pitchFamily="2" charset="-122"/>
                </a:defRPr>
              </a:lvl9pPr>
            </a:lstStyle>
            <a:p>
              <a:pPr eaLnBrk="1" hangingPunct="1">
                <a:defRPr/>
              </a:pPr>
              <a:r>
                <a:rPr lang="en-US" altLang="zh-TW" sz="1400" b="0">
                  <a:ea typeface="新細明體" charset="-120"/>
                </a:rPr>
                <a:t>CONFIDENTIAL</a:t>
              </a:r>
            </a:p>
          </p:txBody>
        </p:sp>
        <p:sp>
          <p:nvSpPr>
            <p:cNvPr id="7" name="McK Document" hidden="1"/>
            <p:cNvSpPr txBox="1">
              <a:spLocks noChangeArrowheads="1"/>
            </p:cNvSpPr>
            <p:nvPr userDrawn="1"/>
          </p:nvSpPr>
          <p:spPr bwMode="auto">
            <a:xfrm>
              <a:off x="1663" y="3047"/>
              <a:ext cx="3167"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spAutoFit/>
            </a:bodyPr>
            <a:lstStyle>
              <a:lvl1pPr eaLnBrk="0" hangingPunct="0">
                <a:defRPr sz="4000" b="1">
                  <a:solidFill>
                    <a:schemeClr val="tx1"/>
                  </a:solidFill>
                  <a:latin typeface="Arial" charset="0"/>
                  <a:ea typeface="华文楷体" pitchFamily="2" charset="-122"/>
                </a:defRPr>
              </a:lvl1pPr>
              <a:lvl2pPr marL="742950" indent="-285750" eaLnBrk="0" hangingPunct="0">
                <a:defRPr sz="4000" b="1">
                  <a:solidFill>
                    <a:schemeClr val="tx1"/>
                  </a:solidFill>
                  <a:latin typeface="Arial" charset="0"/>
                  <a:ea typeface="华文楷体" pitchFamily="2" charset="-122"/>
                </a:defRPr>
              </a:lvl2pPr>
              <a:lvl3pPr marL="1143000" indent="-228600" eaLnBrk="0" hangingPunct="0">
                <a:defRPr sz="4000" b="1">
                  <a:solidFill>
                    <a:schemeClr val="tx1"/>
                  </a:solidFill>
                  <a:latin typeface="Arial" charset="0"/>
                  <a:ea typeface="华文楷体" pitchFamily="2" charset="-122"/>
                </a:defRPr>
              </a:lvl3pPr>
              <a:lvl4pPr marL="1600200" indent="-228600" eaLnBrk="0" hangingPunct="0">
                <a:defRPr sz="4000" b="1">
                  <a:solidFill>
                    <a:schemeClr val="tx1"/>
                  </a:solidFill>
                  <a:latin typeface="Arial" charset="0"/>
                  <a:ea typeface="华文楷体" pitchFamily="2" charset="-122"/>
                </a:defRPr>
              </a:lvl4pPr>
              <a:lvl5pPr marL="2057400" indent="-228600" eaLnBrk="0" hangingPunct="0">
                <a:defRPr sz="4000" b="1">
                  <a:solidFill>
                    <a:schemeClr val="tx1"/>
                  </a:solidFill>
                  <a:latin typeface="Arial" charset="0"/>
                  <a:ea typeface="华文楷体" pitchFamily="2" charset="-122"/>
                </a:defRPr>
              </a:lvl5pPr>
              <a:lvl6pPr marL="2514600" indent="-228600" eaLnBrk="0" fontAlgn="base" hangingPunct="0">
                <a:spcBef>
                  <a:spcPct val="0"/>
                </a:spcBef>
                <a:spcAft>
                  <a:spcPct val="0"/>
                </a:spcAft>
                <a:defRPr sz="4000" b="1">
                  <a:solidFill>
                    <a:schemeClr val="tx1"/>
                  </a:solidFill>
                  <a:latin typeface="Arial" charset="0"/>
                  <a:ea typeface="华文楷体" pitchFamily="2" charset="-122"/>
                </a:defRPr>
              </a:lvl6pPr>
              <a:lvl7pPr marL="2971800" indent="-228600" eaLnBrk="0" fontAlgn="base" hangingPunct="0">
                <a:spcBef>
                  <a:spcPct val="0"/>
                </a:spcBef>
                <a:spcAft>
                  <a:spcPct val="0"/>
                </a:spcAft>
                <a:defRPr sz="4000" b="1">
                  <a:solidFill>
                    <a:schemeClr val="tx1"/>
                  </a:solidFill>
                  <a:latin typeface="Arial" charset="0"/>
                  <a:ea typeface="华文楷体" pitchFamily="2" charset="-122"/>
                </a:defRPr>
              </a:lvl7pPr>
              <a:lvl8pPr marL="3429000" indent="-228600" eaLnBrk="0" fontAlgn="base" hangingPunct="0">
                <a:spcBef>
                  <a:spcPct val="0"/>
                </a:spcBef>
                <a:spcAft>
                  <a:spcPct val="0"/>
                </a:spcAft>
                <a:defRPr sz="4000" b="1">
                  <a:solidFill>
                    <a:schemeClr val="tx1"/>
                  </a:solidFill>
                  <a:latin typeface="Arial" charset="0"/>
                  <a:ea typeface="华文楷体" pitchFamily="2" charset="-122"/>
                </a:defRPr>
              </a:lvl8pPr>
              <a:lvl9pPr marL="3886200" indent="-228600" eaLnBrk="0" fontAlgn="base" hangingPunct="0">
                <a:spcBef>
                  <a:spcPct val="0"/>
                </a:spcBef>
                <a:spcAft>
                  <a:spcPct val="0"/>
                </a:spcAft>
                <a:defRPr sz="4000" b="1">
                  <a:solidFill>
                    <a:schemeClr val="tx1"/>
                  </a:solidFill>
                  <a:latin typeface="Arial" charset="0"/>
                  <a:ea typeface="华文楷体" pitchFamily="2" charset="-122"/>
                </a:defRPr>
              </a:lvl9pPr>
            </a:lstStyle>
            <a:p>
              <a:pPr eaLnBrk="1" hangingPunct="1">
                <a:defRPr/>
              </a:pPr>
              <a:r>
                <a:rPr lang="en-US" altLang="zh-TW" sz="1400" b="0">
                  <a:ea typeface="新細明體" charset="-120"/>
                </a:rPr>
                <a:t>Document</a:t>
              </a:r>
            </a:p>
          </p:txBody>
        </p:sp>
        <p:sp>
          <p:nvSpPr>
            <p:cNvPr id="8" name="McK Date" hidden="1"/>
            <p:cNvSpPr txBox="1">
              <a:spLocks noChangeArrowheads="1"/>
            </p:cNvSpPr>
            <p:nvPr userDrawn="1"/>
          </p:nvSpPr>
          <p:spPr bwMode="auto">
            <a:xfrm>
              <a:off x="1663" y="3216"/>
              <a:ext cx="3167"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sz="4000" b="1">
                  <a:solidFill>
                    <a:schemeClr val="tx1"/>
                  </a:solidFill>
                  <a:latin typeface="Arial" charset="0"/>
                  <a:ea typeface="华文楷体" pitchFamily="2" charset="-122"/>
                </a:defRPr>
              </a:lvl1pPr>
              <a:lvl2pPr marL="742950" indent="-285750" eaLnBrk="0" hangingPunct="0">
                <a:defRPr sz="4000" b="1">
                  <a:solidFill>
                    <a:schemeClr val="tx1"/>
                  </a:solidFill>
                  <a:latin typeface="Arial" charset="0"/>
                  <a:ea typeface="华文楷体" pitchFamily="2" charset="-122"/>
                </a:defRPr>
              </a:lvl2pPr>
              <a:lvl3pPr marL="1143000" indent="-228600" eaLnBrk="0" hangingPunct="0">
                <a:defRPr sz="4000" b="1">
                  <a:solidFill>
                    <a:schemeClr val="tx1"/>
                  </a:solidFill>
                  <a:latin typeface="Arial" charset="0"/>
                  <a:ea typeface="华文楷体" pitchFamily="2" charset="-122"/>
                </a:defRPr>
              </a:lvl3pPr>
              <a:lvl4pPr marL="1600200" indent="-228600" eaLnBrk="0" hangingPunct="0">
                <a:defRPr sz="4000" b="1">
                  <a:solidFill>
                    <a:schemeClr val="tx1"/>
                  </a:solidFill>
                  <a:latin typeface="Arial" charset="0"/>
                  <a:ea typeface="华文楷体" pitchFamily="2" charset="-122"/>
                </a:defRPr>
              </a:lvl4pPr>
              <a:lvl5pPr marL="2057400" indent="-228600" eaLnBrk="0" hangingPunct="0">
                <a:defRPr sz="4000" b="1">
                  <a:solidFill>
                    <a:schemeClr val="tx1"/>
                  </a:solidFill>
                  <a:latin typeface="Arial" charset="0"/>
                  <a:ea typeface="华文楷体" pitchFamily="2" charset="-122"/>
                </a:defRPr>
              </a:lvl5pPr>
              <a:lvl6pPr marL="2514600" indent="-228600" eaLnBrk="0" fontAlgn="base" hangingPunct="0">
                <a:spcBef>
                  <a:spcPct val="0"/>
                </a:spcBef>
                <a:spcAft>
                  <a:spcPct val="0"/>
                </a:spcAft>
                <a:defRPr sz="4000" b="1">
                  <a:solidFill>
                    <a:schemeClr val="tx1"/>
                  </a:solidFill>
                  <a:latin typeface="Arial" charset="0"/>
                  <a:ea typeface="华文楷体" pitchFamily="2" charset="-122"/>
                </a:defRPr>
              </a:lvl6pPr>
              <a:lvl7pPr marL="2971800" indent="-228600" eaLnBrk="0" fontAlgn="base" hangingPunct="0">
                <a:spcBef>
                  <a:spcPct val="0"/>
                </a:spcBef>
                <a:spcAft>
                  <a:spcPct val="0"/>
                </a:spcAft>
                <a:defRPr sz="4000" b="1">
                  <a:solidFill>
                    <a:schemeClr val="tx1"/>
                  </a:solidFill>
                  <a:latin typeface="Arial" charset="0"/>
                  <a:ea typeface="华文楷体" pitchFamily="2" charset="-122"/>
                </a:defRPr>
              </a:lvl7pPr>
              <a:lvl8pPr marL="3429000" indent="-228600" eaLnBrk="0" fontAlgn="base" hangingPunct="0">
                <a:spcBef>
                  <a:spcPct val="0"/>
                </a:spcBef>
                <a:spcAft>
                  <a:spcPct val="0"/>
                </a:spcAft>
                <a:defRPr sz="4000" b="1">
                  <a:solidFill>
                    <a:schemeClr val="tx1"/>
                  </a:solidFill>
                  <a:latin typeface="Arial" charset="0"/>
                  <a:ea typeface="华文楷体" pitchFamily="2" charset="-122"/>
                </a:defRPr>
              </a:lvl8pPr>
              <a:lvl9pPr marL="3886200" indent="-228600" eaLnBrk="0" fontAlgn="base" hangingPunct="0">
                <a:spcBef>
                  <a:spcPct val="0"/>
                </a:spcBef>
                <a:spcAft>
                  <a:spcPct val="0"/>
                </a:spcAft>
                <a:defRPr sz="4000" b="1">
                  <a:solidFill>
                    <a:schemeClr val="tx1"/>
                  </a:solidFill>
                  <a:latin typeface="Arial" charset="0"/>
                  <a:ea typeface="华文楷体" pitchFamily="2" charset="-122"/>
                </a:defRPr>
              </a:lvl9pPr>
            </a:lstStyle>
            <a:p>
              <a:pPr eaLnBrk="1" hangingPunct="1">
                <a:defRPr/>
              </a:pPr>
              <a:r>
                <a:rPr lang="en-US" altLang="zh-TW" sz="1400" b="0">
                  <a:ea typeface="新細明體" charset="-120"/>
                </a:rPr>
                <a:t>Date</a:t>
              </a:r>
            </a:p>
          </p:txBody>
        </p:sp>
        <p:sp>
          <p:nvSpPr>
            <p:cNvPr id="9" name="McK Disclaimer" hidden="1"/>
            <p:cNvSpPr>
              <a:spLocks noChangeArrowheads="1"/>
            </p:cNvSpPr>
            <p:nvPr userDrawn="1">
              <p:custDataLst>
                <p:tags r:id="rId1"/>
              </p:custDataLst>
            </p:nvPr>
          </p:nvSpPr>
          <p:spPr bwMode="auto">
            <a:xfrm>
              <a:off x="1663" y="3840"/>
              <a:ext cx="2303" cy="3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spAutoFit/>
            </a:bodyPr>
            <a:lstStyle>
              <a:lvl1pPr defTabSz="804863" eaLnBrk="0" hangingPunct="0">
                <a:defRPr sz="4000" b="1">
                  <a:solidFill>
                    <a:schemeClr val="tx1"/>
                  </a:solidFill>
                  <a:latin typeface="Arial" charset="0"/>
                  <a:ea typeface="华文楷体" pitchFamily="2" charset="-122"/>
                </a:defRPr>
              </a:lvl1pPr>
              <a:lvl2pPr marL="742950" indent="-285750" defTabSz="804863" eaLnBrk="0" hangingPunct="0">
                <a:defRPr sz="4000" b="1">
                  <a:solidFill>
                    <a:schemeClr val="tx1"/>
                  </a:solidFill>
                  <a:latin typeface="Arial" charset="0"/>
                  <a:ea typeface="华文楷体" pitchFamily="2" charset="-122"/>
                </a:defRPr>
              </a:lvl2pPr>
              <a:lvl3pPr marL="1143000" indent="-228600" defTabSz="804863" eaLnBrk="0" hangingPunct="0">
                <a:defRPr sz="4000" b="1">
                  <a:solidFill>
                    <a:schemeClr val="tx1"/>
                  </a:solidFill>
                  <a:latin typeface="Arial" charset="0"/>
                  <a:ea typeface="华文楷体" pitchFamily="2" charset="-122"/>
                </a:defRPr>
              </a:lvl3pPr>
              <a:lvl4pPr marL="1600200" indent="-228600" defTabSz="804863" eaLnBrk="0" hangingPunct="0">
                <a:defRPr sz="4000" b="1">
                  <a:solidFill>
                    <a:schemeClr val="tx1"/>
                  </a:solidFill>
                  <a:latin typeface="Arial" charset="0"/>
                  <a:ea typeface="华文楷体" pitchFamily="2" charset="-122"/>
                </a:defRPr>
              </a:lvl4pPr>
              <a:lvl5pPr marL="2057400" indent="-228600" defTabSz="804863" eaLnBrk="0" hangingPunct="0">
                <a:defRPr sz="4000" b="1">
                  <a:solidFill>
                    <a:schemeClr val="tx1"/>
                  </a:solidFill>
                  <a:latin typeface="Arial" charset="0"/>
                  <a:ea typeface="华文楷体" pitchFamily="2" charset="-122"/>
                </a:defRPr>
              </a:lvl5pPr>
              <a:lvl6pPr marL="2514600" indent="-228600" defTabSz="804863" eaLnBrk="0" fontAlgn="base" hangingPunct="0">
                <a:spcBef>
                  <a:spcPct val="0"/>
                </a:spcBef>
                <a:spcAft>
                  <a:spcPct val="0"/>
                </a:spcAft>
                <a:defRPr sz="4000" b="1">
                  <a:solidFill>
                    <a:schemeClr val="tx1"/>
                  </a:solidFill>
                  <a:latin typeface="Arial" charset="0"/>
                  <a:ea typeface="华文楷体" pitchFamily="2" charset="-122"/>
                </a:defRPr>
              </a:lvl6pPr>
              <a:lvl7pPr marL="2971800" indent="-228600" defTabSz="804863" eaLnBrk="0" fontAlgn="base" hangingPunct="0">
                <a:spcBef>
                  <a:spcPct val="0"/>
                </a:spcBef>
                <a:spcAft>
                  <a:spcPct val="0"/>
                </a:spcAft>
                <a:defRPr sz="4000" b="1">
                  <a:solidFill>
                    <a:schemeClr val="tx1"/>
                  </a:solidFill>
                  <a:latin typeface="Arial" charset="0"/>
                  <a:ea typeface="华文楷体" pitchFamily="2" charset="-122"/>
                </a:defRPr>
              </a:lvl7pPr>
              <a:lvl8pPr marL="3429000" indent="-228600" defTabSz="804863" eaLnBrk="0" fontAlgn="base" hangingPunct="0">
                <a:spcBef>
                  <a:spcPct val="0"/>
                </a:spcBef>
                <a:spcAft>
                  <a:spcPct val="0"/>
                </a:spcAft>
                <a:defRPr sz="4000" b="1">
                  <a:solidFill>
                    <a:schemeClr val="tx1"/>
                  </a:solidFill>
                  <a:latin typeface="Arial" charset="0"/>
                  <a:ea typeface="华文楷体" pitchFamily="2" charset="-122"/>
                </a:defRPr>
              </a:lvl8pPr>
              <a:lvl9pPr marL="3886200" indent="-228600" defTabSz="804863" eaLnBrk="0" fontAlgn="base" hangingPunct="0">
                <a:spcBef>
                  <a:spcPct val="0"/>
                </a:spcBef>
                <a:spcAft>
                  <a:spcPct val="0"/>
                </a:spcAft>
                <a:defRPr sz="4000" b="1">
                  <a:solidFill>
                    <a:schemeClr val="tx1"/>
                  </a:solidFill>
                  <a:latin typeface="Arial" charset="0"/>
                  <a:ea typeface="华文楷体" pitchFamily="2" charset="-122"/>
                </a:defRPr>
              </a:lvl9pPr>
            </a:lstStyle>
            <a:p>
              <a:pPr>
                <a:defRPr/>
              </a:pPr>
              <a:r>
                <a:rPr lang="en-US" altLang="zh-TW" sz="900" b="0">
                  <a:ea typeface="新細明體" charset="-120"/>
                </a:rPr>
                <a:t>This report is solely for the use of client personnel.  No part of it may be circulated, quoted, or reproduced for distribution outside the client organization without prior written approval from McKinsey &amp; Company. This material was used by McKinsey &amp; Company during an oral presentation; it is not a complete record of the discussion.</a:t>
              </a:r>
            </a:p>
          </p:txBody>
        </p:sp>
      </p:grpSp>
      <p:sp>
        <p:nvSpPr>
          <p:cNvPr id="10" name="Line 197"/>
          <p:cNvSpPr>
            <a:spLocks noChangeShapeType="1"/>
          </p:cNvSpPr>
          <p:nvPr userDrawn="1"/>
        </p:nvSpPr>
        <p:spPr bwMode="auto">
          <a:xfrm>
            <a:off x="1111300" y="2970213"/>
            <a:ext cx="9830235" cy="0"/>
          </a:xfrm>
          <a:prstGeom prst="line">
            <a:avLst/>
          </a:prstGeom>
          <a:noFill/>
          <a:ln w="15875">
            <a:solidFill>
              <a:srgbClr val="FF0000"/>
            </a:solidFill>
            <a:round/>
            <a:headEnd/>
            <a:tailEnd/>
          </a:ln>
          <a:extLst>
            <a:ext uri="{909E8E84-426E-40DD-AFC4-6F175D3DCCD1}">
              <a14:hiddenFill xmlns:a14="http://schemas.microsoft.com/office/drawing/2010/main">
                <a:noFill/>
              </a14:hiddenFill>
            </a:ext>
          </a:extLst>
        </p:spPr>
        <p:txBody>
          <a:bodyPr/>
          <a:lstStyle/>
          <a:p>
            <a:endParaRPr lang="zh-TW" altLang="en-US" sz="4000">
              <a:latin typeface="微軟正黑體" panose="020B0604030504040204" pitchFamily="34" charset="-120"/>
              <a:ea typeface="微軟正黑體" panose="020B0604030504040204" pitchFamily="34" charset="-120"/>
            </a:endParaRPr>
          </a:p>
        </p:txBody>
      </p:sp>
      <p:sp>
        <p:nvSpPr>
          <p:cNvPr id="15" name="標題 1"/>
          <p:cNvSpPr>
            <a:spLocks noGrp="1"/>
          </p:cNvSpPr>
          <p:nvPr>
            <p:ph type="title"/>
          </p:nvPr>
        </p:nvSpPr>
        <p:spPr>
          <a:xfrm>
            <a:off x="2079903" y="2259106"/>
            <a:ext cx="7996871" cy="703262"/>
          </a:xfrm>
          <a:prstGeom prst="rect">
            <a:avLst/>
          </a:prstGeom>
        </p:spPr>
        <p:txBody>
          <a:bodyPr anchor="ctr"/>
          <a:lstStyle>
            <a:lvl1pPr algn="ctr">
              <a:defRPr sz="3600">
                <a:solidFill>
                  <a:schemeClr val="tx1"/>
                </a:solidFill>
                <a:latin typeface="微軟正黑體" panose="020B0604030504040204" pitchFamily="34" charset="-120"/>
                <a:ea typeface="微軟正黑體" panose="020B0604030504040204" pitchFamily="34" charset="-120"/>
              </a:defRPr>
            </a:lvl1pPr>
          </a:lstStyle>
          <a:p>
            <a:r>
              <a:rPr lang="zh-TW" altLang="en-US" dirty="0"/>
              <a:t>按一下以編輯母片標題樣式</a:t>
            </a:r>
          </a:p>
        </p:txBody>
      </p:sp>
      <p:sp>
        <p:nvSpPr>
          <p:cNvPr id="19" name="文字版面配置區 3"/>
          <p:cNvSpPr>
            <a:spLocks noGrp="1"/>
          </p:cNvSpPr>
          <p:nvPr>
            <p:ph type="body" sz="half" idx="2"/>
          </p:nvPr>
        </p:nvSpPr>
        <p:spPr>
          <a:xfrm>
            <a:off x="3066066" y="4400365"/>
            <a:ext cx="6372818" cy="548154"/>
          </a:xfrm>
          <a:prstGeom prst="rect">
            <a:avLst/>
          </a:prstGeom>
        </p:spPr>
        <p:txBody>
          <a:bodyPr anchor="ctr"/>
          <a:lstStyle>
            <a:lvl1pPr marL="0" indent="0" algn="ctr">
              <a:buNone/>
              <a:defRPr sz="2800" b="1">
                <a:latin typeface="微軟正黑體" panose="020B0604030504040204" pitchFamily="34" charset="-120"/>
                <a:ea typeface="微軟正黑體" panose="020B0604030504040204" pitchFamily="34" charset="-120"/>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20" name="文字版面配置區 3"/>
          <p:cNvSpPr>
            <a:spLocks noGrp="1"/>
          </p:cNvSpPr>
          <p:nvPr>
            <p:ph type="body" sz="half" idx="10"/>
          </p:nvPr>
        </p:nvSpPr>
        <p:spPr>
          <a:xfrm>
            <a:off x="3711555" y="5472955"/>
            <a:ext cx="5020457" cy="406681"/>
          </a:xfrm>
          <a:prstGeom prst="rect">
            <a:avLst/>
          </a:prstGeom>
        </p:spPr>
        <p:txBody>
          <a:bodyPr anchor="ctr"/>
          <a:lstStyle>
            <a:lvl1pPr marL="0" indent="0" algn="ctr">
              <a:buNone/>
              <a:defRPr sz="1600" b="1">
                <a:latin typeface="微軟正黑體" panose="020B0604030504040204" pitchFamily="34" charset="-120"/>
                <a:ea typeface="微軟正黑體" panose="020B0604030504040204" pitchFamily="34" charset="-120"/>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13" name="矩形 9">
            <a:extLst>
              <a:ext uri="{FF2B5EF4-FFF2-40B4-BE49-F238E27FC236}">
                <a16:creationId xmlns:a16="http://schemas.microsoft.com/office/drawing/2014/main" id="{6FDD3136-7EFB-4718-9F66-8669A6D38D54}"/>
              </a:ext>
            </a:extLst>
          </p:cNvPr>
          <p:cNvSpPr>
            <a:spLocks noChangeArrowheads="1"/>
          </p:cNvSpPr>
          <p:nvPr userDrawn="1"/>
        </p:nvSpPr>
        <p:spPr bwMode="auto">
          <a:xfrm>
            <a:off x="16935" y="6417112"/>
            <a:ext cx="520723" cy="223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spAutoFit/>
          </a:bodyPr>
          <a:lstStyle>
            <a:lvl1pPr eaLnBrk="0" hangingPunct="0">
              <a:defRPr sz="4000" b="1">
                <a:solidFill>
                  <a:schemeClr val="tx1"/>
                </a:solidFill>
                <a:latin typeface="Arial" charset="0"/>
                <a:ea typeface="华文楷体" pitchFamily="2" charset="-122"/>
              </a:defRPr>
            </a:lvl1pPr>
            <a:lvl2pPr marL="742950" indent="-285750" eaLnBrk="0" hangingPunct="0">
              <a:defRPr sz="4000" b="1">
                <a:solidFill>
                  <a:schemeClr val="tx1"/>
                </a:solidFill>
                <a:latin typeface="Arial" charset="0"/>
                <a:ea typeface="华文楷体" pitchFamily="2" charset="-122"/>
              </a:defRPr>
            </a:lvl2pPr>
            <a:lvl3pPr marL="1143000" indent="-228600" eaLnBrk="0" hangingPunct="0">
              <a:defRPr sz="4000" b="1">
                <a:solidFill>
                  <a:schemeClr val="tx1"/>
                </a:solidFill>
                <a:latin typeface="Arial" charset="0"/>
                <a:ea typeface="华文楷体" pitchFamily="2" charset="-122"/>
              </a:defRPr>
            </a:lvl3pPr>
            <a:lvl4pPr marL="1600200" indent="-228600" eaLnBrk="0" hangingPunct="0">
              <a:defRPr sz="4000" b="1">
                <a:solidFill>
                  <a:schemeClr val="tx1"/>
                </a:solidFill>
                <a:latin typeface="Arial" charset="0"/>
                <a:ea typeface="华文楷体" pitchFamily="2" charset="-122"/>
              </a:defRPr>
            </a:lvl4pPr>
            <a:lvl5pPr marL="2057400" indent="-228600" eaLnBrk="0" hangingPunct="0">
              <a:defRPr sz="4000" b="1">
                <a:solidFill>
                  <a:schemeClr val="tx1"/>
                </a:solidFill>
                <a:latin typeface="Arial" charset="0"/>
                <a:ea typeface="华文楷体" pitchFamily="2" charset="-122"/>
              </a:defRPr>
            </a:lvl5pPr>
            <a:lvl6pPr marL="2514600" indent="-228600" eaLnBrk="0" fontAlgn="base" hangingPunct="0">
              <a:spcBef>
                <a:spcPct val="0"/>
              </a:spcBef>
              <a:spcAft>
                <a:spcPct val="0"/>
              </a:spcAft>
              <a:defRPr sz="4000" b="1">
                <a:solidFill>
                  <a:schemeClr val="tx1"/>
                </a:solidFill>
                <a:latin typeface="Arial" charset="0"/>
                <a:ea typeface="华文楷体" pitchFamily="2" charset="-122"/>
              </a:defRPr>
            </a:lvl6pPr>
            <a:lvl7pPr marL="2971800" indent="-228600" eaLnBrk="0" fontAlgn="base" hangingPunct="0">
              <a:spcBef>
                <a:spcPct val="0"/>
              </a:spcBef>
              <a:spcAft>
                <a:spcPct val="0"/>
              </a:spcAft>
              <a:defRPr sz="4000" b="1">
                <a:solidFill>
                  <a:schemeClr val="tx1"/>
                </a:solidFill>
                <a:latin typeface="Arial" charset="0"/>
                <a:ea typeface="华文楷体" pitchFamily="2" charset="-122"/>
              </a:defRPr>
            </a:lvl7pPr>
            <a:lvl8pPr marL="3429000" indent="-228600" eaLnBrk="0" fontAlgn="base" hangingPunct="0">
              <a:spcBef>
                <a:spcPct val="0"/>
              </a:spcBef>
              <a:spcAft>
                <a:spcPct val="0"/>
              </a:spcAft>
              <a:defRPr sz="4000" b="1">
                <a:solidFill>
                  <a:schemeClr val="tx1"/>
                </a:solidFill>
                <a:latin typeface="Arial" charset="0"/>
                <a:ea typeface="华文楷体" pitchFamily="2" charset="-122"/>
              </a:defRPr>
            </a:lvl8pPr>
            <a:lvl9pPr marL="3886200" indent="-228600" eaLnBrk="0" fontAlgn="base" hangingPunct="0">
              <a:spcBef>
                <a:spcPct val="0"/>
              </a:spcBef>
              <a:spcAft>
                <a:spcPct val="0"/>
              </a:spcAft>
              <a:defRPr sz="4000" b="1">
                <a:solidFill>
                  <a:schemeClr val="tx1"/>
                </a:solidFill>
                <a:latin typeface="Arial" charset="0"/>
                <a:ea typeface="华文楷体" pitchFamily="2" charset="-122"/>
              </a:defRPr>
            </a:lvl9pPr>
          </a:lstStyle>
          <a:p>
            <a:pPr algn="ctr" eaLnBrk="1" hangingPunct="1">
              <a:lnSpc>
                <a:spcPts val="1000"/>
              </a:lnSpc>
              <a:defRPr/>
            </a:pPr>
            <a:fld id="{B24A712F-B284-4871-8CF9-DC6E056DBACF}" type="slidenum">
              <a:rPr lang="en-US" altLang="zh-TW" sz="1200" b="0" smtClean="0">
                <a:ea typeface="微軟正黑體" pitchFamily="34" charset="-120"/>
              </a:rPr>
              <a:pPr algn="ctr" eaLnBrk="1" hangingPunct="1">
                <a:lnSpc>
                  <a:spcPts val="1000"/>
                </a:lnSpc>
                <a:defRPr/>
              </a:pPr>
              <a:t>‹#›</a:t>
            </a:fld>
            <a:endParaRPr lang="en-US" altLang="zh-TW" sz="1200" b="0" dirty="0">
              <a:ea typeface="微軟正黑體" pitchFamily="34" charset="-120"/>
            </a:endParaRPr>
          </a:p>
        </p:txBody>
      </p:sp>
      <p:pic>
        <p:nvPicPr>
          <p:cNvPr id="14" name="圖片 13">
            <a:extLst>
              <a:ext uri="{FF2B5EF4-FFF2-40B4-BE49-F238E27FC236}">
                <a16:creationId xmlns:a16="http://schemas.microsoft.com/office/drawing/2014/main" id="{0B37FA8D-8709-4CA0-8112-F2BDFE463BEC}"/>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73340" y="298198"/>
            <a:ext cx="2140768" cy="587244"/>
          </a:xfrm>
          <a:prstGeom prst="rect">
            <a:avLst/>
          </a:prstGeom>
        </p:spPr>
      </p:pic>
    </p:spTree>
    <p:extLst>
      <p:ext uri="{BB962C8B-B14F-4D97-AF65-F5344CB8AC3E}">
        <p14:creationId xmlns:p14="http://schemas.microsoft.com/office/powerpoint/2010/main" val="3700806302"/>
      </p:ext>
    </p:extLst>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只有標題">
    <p:spTree>
      <p:nvGrpSpPr>
        <p:cNvPr id="1" name=""/>
        <p:cNvGrpSpPr/>
        <p:nvPr/>
      </p:nvGrpSpPr>
      <p:grpSpPr>
        <a:xfrm>
          <a:off x="0" y="0"/>
          <a:ext cx="0" cy="0"/>
          <a:chOff x="0" y="0"/>
          <a:chExt cx="0" cy="0"/>
        </a:xfrm>
      </p:grpSpPr>
      <p:sp>
        <p:nvSpPr>
          <p:cNvPr id="5" name="標題 1"/>
          <p:cNvSpPr>
            <a:spLocks noGrp="1"/>
          </p:cNvSpPr>
          <p:nvPr>
            <p:ph type="title"/>
          </p:nvPr>
        </p:nvSpPr>
        <p:spPr>
          <a:xfrm>
            <a:off x="358605" y="147918"/>
            <a:ext cx="11116727" cy="622580"/>
          </a:xfrm>
          <a:prstGeom prst="rect">
            <a:avLst/>
          </a:prstGeom>
        </p:spPr>
        <p:txBody>
          <a:bodyPr anchor="ctr"/>
          <a:lstStyle>
            <a:lvl1pPr algn="l">
              <a:defRPr sz="3200" b="0">
                <a:solidFill>
                  <a:schemeClr val="tx1"/>
                </a:solidFill>
                <a:latin typeface="微軟正黑體" panose="020B0604030504040204" pitchFamily="34" charset="-120"/>
                <a:ea typeface="微軟正黑體" panose="020B0604030504040204" pitchFamily="34" charset="-120"/>
              </a:defRPr>
            </a:lvl1pPr>
          </a:lstStyle>
          <a:p>
            <a:r>
              <a:rPr lang="zh-TW" altLang="en-US" dirty="0"/>
              <a:t>按一下以編輯母片標題樣式</a:t>
            </a:r>
          </a:p>
        </p:txBody>
      </p:sp>
    </p:spTree>
    <p:extLst>
      <p:ext uri="{BB962C8B-B14F-4D97-AF65-F5344CB8AC3E}">
        <p14:creationId xmlns:p14="http://schemas.microsoft.com/office/powerpoint/2010/main" val="3332627295"/>
      </p:ext>
    </p:extLst>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標題及物件">
    <p:spTree>
      <p:nvGrpSpPr>
        <p:cNvPr id="1" name=""/>
        <p:cNvGrpSpPr/>
        <p:nvPr/>
      </p:nvGrpSpPr>
      <p:grpSpPr>
        <a:xfrm>
          <a:off x="0" y="0"/>
          <a:ext cx="0" cy="0"/>
          <a:chOff x="0" y="0"/>
          <a:chExt cx="0" cy="0"/>
        </a:xfrm>
      </p:grpSpPr>
      <p:sp>
        <p:nvSpPr>
          <p:cNvPr id="5" name="標題 1"/>
          <p:cNvSpPr>
            <a:spLocks noGrp="1"/>
          </p:cNvSpPr>
          <p:nvPr>
            <p:ph type="title"/>
          </p:nvPr>
        </p:nvSpPr>
        <p:spPr>
          <a:xfrm>
            <a:off x="358605" y="147918"/>
            <a:ext cx="11116727" cy="622580"/>
          </a:xfrm>
          <a:prstGeom prst="rect">
            <a:avLst/>
          </a:prstGeom>
        </p:spPr>
        <p:txBody>
          <a:bodyPr anchor="ctr"/>
          <a:lstStyle>
            <a:lvl1pPr algn="l">
              <a:defRPr sz="3200" b="0">
                <a:solidFill>
                  <a:schemeClr val="tx1"/>
                </a:solidFill>
                <a:latin typeface="微軟正黑體" panose="020B0604030504040204" pitchFamily="34" charset="-120"/>
                <a:ea typeface="微軟正黑體" panose="020B0604030504040204" pitchFamily="34" charset="-120"/>
              </a:defRPr>
            </a:lvl1pPr>
          </a:lstStyle>
          <a:p>
            <a:r>
              <a:rPr lang="zh-TW" altLang="en-US" dirty="0"/>
              <a:t>按一下以編輯母片標題樣式</a:t>
            </a:r>
          </a:p>
        </p:txBody>
      </p:sp>
      <p:sp>
        <p:nvSpPr>
          <p:cNvPr id="3" name="內容版面配置區 2"/>
          <p:cNvSpPr>
            <a:spLocks noGrp="1"/>
          </p:cNvSpPr>
          <p:nvPr>
            <p:ph sz="quarter" idx="10"/>
          </p:nvPr>
        </p:nvSpPr>
        <p:spPr>
          <a:xfrm>
            <a:off x="397951" y="889000"/>
            <a:ext cx="11110876" cy="5365750"/>
          </a:xfrm>
          <a:prstGeom prst="rect">
            <a:avLst/>
          </a:prstGeom>
        </p:spPr>
        <p:txBody>
          <a:bodyPr/>
          <a:lstStyle>
            <a:lvl1pPr>
              <a:spcBef>
                <a:spcPts val="0"/>
              </a:spcBef>
              <a:spcAft>
                <a:spcPts val="600"/>
              </a:spcAft>
              <a:defRPr sz="2400">
                <a:latin typeface="微軟正黑體" panose="020B0604030504040204" pitchFamily="34" charset="-120"/>
                <a:ea typeface="微軟正黑體" panose="020B0604030504040204" pitchFamily="34" charset="-120"/>
                <a:cs typeface="Arial" panose="020B0604020202020204" pitchFamily="34" charset="0"/>
              </a:defRPr>
            </a:lvl1pPr>
            <a:lvl2pPr marL="144463" indent="-142875">
              <a:spcBef>
                <a:spcPts val="0"/>
              </a:spcBef>
              <a:spcAft>
                <a:spcPts val="600"/>
              </a:spcAft>
              <a:buFont typeface="Wingdings" panose="05000000000000000000" pitchFamily="2" charset="2"/>
              <a:buChar char="n"/>
              <a:defRPr sz="2000">
                <a:latin typeface="微軟正黑體" panose="020B0604030504040204" pitchFamily="34" charset="-120"/>
                <a:ea typeface="微軟正黑體" panose="020B0604030504040204" pitchFamily="34" charset="-120"/>
                <a:cs typeface="Arial" panose="020B0604020202020204" pitchFamily="34" charset="0"/>
              </a:defRPr>
            </a:lvl2pPr>
            <a:lvl3pPr marL="295275" indent="-149225">
              <a:spcBef>
                <a:spcPts val="0"/>
              </a:spcBef>
              <a:spcAft>
                <a:spcPts val="600"/>
              </a:spcAft>
              <a:buFont typeface="Wingdings" panose="05000000000000000000" pitchFamily="2" charset="2"/>
              <a:buChar char="l"/>
              <a:defRPr sz="1800">
                <a:latin typeface="微軟正黑體" panose="020B0604030504040204" pitchFamily="34" charset="-120"/>
                <a:ea typeface="微軟正黑體" panose="020B0604030504040204" pitchFamily="34" charset="-120"/>
                <a:cs typeface="Arial" panose="020B0604020202020204" pitchFamily="34" charset="0"/>
              </a:defRPr>
            </a:lvl3pPr>
            <a:lvl4pPr marL="431800" indent="-134938">
              <a:spcBef>
                <a:spcPts val="0"/>
              </a:spcBef>
              <a:spcAft>
                <a:spcPts val="600"/>
              </a:spcAft>
              <a:buFont typeface="Wingdings" panose="05000000000000000000" pitchFamily="2" charset="2"/>
              <a:buChar char="u"/>
              <a:defRPr sz="1600">
                <a:latin typeface="微軟正黑體" panose="020B0604030504040204" pitchFamily="34" charset="-120"/>
                <a:ea typeface="微軟正黑體" panose="020B0604030504040204" pitchFamily="34" charset="-120"/>
                <a:cs typeface="Arial" panose="020B0604020202020204" pitchFamily="34" charset="0"/>
              </a:defRPr>
            </a:lvl4pPr>
            <a:lvl5pPr marL="582613" indent="-149225">
              <a:spcBef>
                <a:spcPts val="0"/>
              </a:spcBef>
              <a:spcAft>
                <a:spcPts val="600"/>
              </a:spcAft>
              <a:buFont typeface="Arial" panose="020B0604020202020204" pitchFamily="34" charset="0"/>
              <a:buChar char="•"/>
              <a:defRPr sz="1400">
                <a:latin typeface="微軟正黑體" panose="020B0604030504040204" pitchFamily="34" charset="-120"/>
                <a:ea typeface="微軟正黑體" panose="020B0604030504040204" pitchFamily="34" charset="-120"/>
                <a:cs typeface="Arial" panose="020B0604020202020204" pitchFamily="34" charset="0"/>
              </a:defRPr>
            </a:lvl5pPr>
          </a:lstStyle>
          <a:p>
            <a:pPr lvl="0"/>
            <a:r>
              <a:rPr lang="zh-TW" altLang="en-US" dirty="0"/>
              <a:t>按一下以編輯母片文字樣式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p>
        </p:txBody>
      </p:sp>
    </p:spTree>
    <p:extLst>
      <p:ext uri="{BB962C8B-B14F-4D97-AF65-F5344CB8AC3E}">
        <p14:creationId xmlns:p14="http://schemas.microsoft.com/office/powerpoint/2010/main" val="3718463153"/>
      </p:ext>
    </p:extLst>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自訂版面配置">
    <p:spTree>
      <p:nvGrpSpPr>
        <p:cNvPr id="1" name=""/>
        <p:cNvGrpSpPr/>
        <p:nvPr/>
      </p:nvGrpSpPr>
      <p:grpSpPr>
        <a:xfrm>
          <a:off x="0" y="0"/>
          <a:ext cx="0" cy="0"/>
          <a:chOff x="0" y="0"/>
          <a:chExt cx="0" cy="0"/>
        </a:xfrm>
      </p:grpSpPr>
      <p:sp>
        <p:nvSpPr>
          <p:cNvPr id="4" name="內容版面配置區 3">
            <a:extLst>
              <a:ext uri="{FF2B5EF4-FFF2-40B4-BE49-F238E27FC236}">
                <a16:creationId xmlns:a16="http://schemas.microsoft.com/office/drawing/2014/main" id="{A8AE6801-0935-4DDB-9F1D-37BC2745F310}"/>
              </a:ext>
            </a:extLst>
          </p:cNvPr>
          <p:cNvSpPr>
            <a:spLocks noGrp="1"/>
          </p:cNvSpPr>
          <p:nvPr>
            <p:ph sz="quarter" idx="10"/>
          </p:nvPr>
        </p:nvSpPr>
        <p:spPr>
          <a:xfrm>
            <a:off x="301725" y="904875"/>
            <a:ext cx="5522470" cy="5345113"/>
          </a:xfrm>
          <a:prstGeom prst="rect">
            <a:avLst/>
          </a:prstGeom>
        </p:spPr>
        <p:txBody>
          <a:bodyPr/>
          <a:lstStyle>
            <a:lvl1pPr>
              <a:lnSpc>
                <a:spcPts val="2200"/>
              </a:lnSpc>
              <a:defRPr>
                <a:latin typeface="微軟正黑體" panose="020B0604030504040204" pitchFamily="34" charset="-120"/>
                <a:ea typeface="微軟正黑體" panose="020B0604030504040204" pitchFamily="34" charset="-120"/>
              </a:defRPr>
            </a:lvl1pPr>
            <a:lvl2pPr marL="144463" indent="-142875">
              <a:lnSpc>
                <a:spcPts val="2200"/>
              </a:lnSpc>
              <a:buFont typeface="Wingdings" panose="05000000000000000000" pitchFamily="2" charset="2"/>
              <a:buChar char="n"/>
              <a:defRPr>
                <a:latin typeface="微軟正黑體" panose="020B0604030504040204" pitchFamily="34" charset="-120"/>
                <a:ea typeface="微軟正黑體" panose="020B0604030504040204" pitchFamily="34" charset="-120"/>
              </a:defRPr>
            </a:lvl2pPr>
            <a:lvl3pPr marL="295275" indent="-149225">
              <a:lnSpc>
                <a:spcPts val="2200"/>
              </a:lnSpc>
              <a:buFont typeface="Wingdings" panose="05000000000000000000" pitchFamily="2" charset="2"/>
              <a:buChar char="l"/>
              <a:defRPr>
                <a:latin typeface="微軟正黑體" panose="020B0604030504040204" pitchFamily="34" charset="-120"/>
                <a:ea typeface="微軟正黑體" panose="020B0604030504040204" pitchFamily="34" charset="-120"/>
              </a:defRPr>
            </a:lvl3pPr>
            <a:lvl4pPr marL="431800" indent="-134938">
              <a:lnSpc>
                <a:spcPts val="2200"/>
              </a:lnSpc>
              <a:buFont typeface="Wingdings" panose="05000000000000000000" pitchFamily="2" charset="2"/>
              <a:buChar char="u"/>
              <a:defRPr>
                <a:latin typeface="微軟正黑體" panose="020B0604030504040204" pitchFamily="34" charset="-120"/>
                <a:ea typeface="微軟正黑體" panose="020B0604030504040204" pitchFamily="34" charset="-120"/>
              </a:defRPr>
            </a:lvl4pPr>
            <a:lvl5pPr>
              <a:lnSpc>
                <a:spcPts val="2200"/>
              </a:lnSpc>
              <a:defRPr>
                <a:latin typeface="微軟正黑體" panose="020B0604030504040204" pitchFamily="34" charset="-120"/>
                <a:ea typeface="微軟正黑體" panose="020B0604030504040204" pitchFamily="34" charset="-120"/>
              </a:defRPr>
            </a:lvl5pPr>
          </a:lstStyle>
          <a:p>
            <a:pPr lvl="0"/>
            <a:r>
              <a:rPr lang="zh-TW" altLang="en-US" dirty="0"/>
              <a:t>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p>
        </p:txBody>
      </p:sp>
      <p:sp>
        <p:nvSpPr>
          <p:cNvPr id="6" name="內容版面配置區 3">
            <a:extLst>
              <a:ext uri="{FF2B5EF4-FFF2-40B4-BE49-F238E27FC236}">
                <a16:creationId xmlns:a16="http://schemas.microsoft.com/office/drawing/2014/main" id="{C5A0BBB7-1B89-4C34-A1C9-9CEE207EB87D}"/>
              </a:ext>
            </a:extLst>
          </p:cNvPr>
          <p:cNvSpPr>
            <a:spLocks noGrp="1"/>
          </p:cNvSpPr>
          <p:nvPr>
            <p:ph sz="quarter" idx="11"/>
          </p:nvPr>
        </p:nvSpPr>
        <p:spPr>
          <a:xfrm>
            <a:off x="5991372" y="904875"/>
            <a:ext cx="5522470" cy="5345113"/>
          </a:xfrm>
          <a:prstGeom prst="rect">
            <a:avLst/>
          </a:prstGeom>
        </p:spPr>
        <p:txBody>
          <a:bodyPr/>
          <a:lstStyle>
            <a:lvl1pPr>
              <a:lnSpc>
                <a:spcPts val="2200"/>
              </a:lnSpc>
              <a:defRPr>
                <a:latin typeface="微軟正黑體" panose="020B0604030504040204" pitchFamily="34" charset="-120"/>
                <a:ea typeface="微軟正黑體" panose="020B0604030504040204" pitchFamily="34" charset="-120"/>
              </a:defRPr>
            </a:lvl1pPr>
            <a:lvl2pPr marL="144463" indent="-142875">
              <a:lnSpc>
                <a:spcPts val="2200"/>
              </a:lnSpc>
              <a:buFont typeface="Wingdings" panose="05000000000000000000" pitchFamily="2" charset="2"/>
              <a:buChar char="n"/>
              <a:defRPr>
                <a:latin typeface="微軟正黑體" panose="020B0604030504040204" pitchFamily="34" charset="-120"/>
                <a:ea typeface="微軟正黑體" panose="020B0604030504040204" pitchFamily="34" charset="-120"/>
              </a:defRPr>
            </a:lvl2pPr>
            <a:lvl3pPr marL="295275" indent="-149225">
              <a:lnSpc>
                <a:spcPts val="2200"/>
              </a:lnSpc>
              <a:buFont typeface="Wingdings" panose="05000000000000000000" pitchFamily="2" charset="2"/>
              <a:buChar char="l"/>
              <a:defRPr>
                <a:latin typeface="微軟正黑體" panose="020B0604030504040204" pitchFamily="34" charset="-120"/>
                <a:ea typeface="微軟正黑體" panose="020B0604030504040204" pitchFamily="34" charset="-120"/>
              </a:defRPr>
            </a:lvl3pPr>
            <a:lvl4pPr marL="431800" indent="-134938">
              <a:lnSpc>
                <a:spcPts val="2200"/>
              </a:lnSpc>
              <a:buFont typeface="Wingdings" panose="05000000000000000000" pitchFamily="2" charset="2"/>
              <a:buChar char="u"/>
              <a:defRPr>
                <a:latin typeface="微軟正黑體" panose="020B0604030504040204" pitchFamily="34" charset="-120"/>
                <a:ea typeface="微軟正黑體" panose="020B0604030504040204" pitchFamily="34" charset="-120"/>
              </a:defRPr>
            </a:lvl4pPr>
            <a:lvl5pPr>
              <a:lnSpc>
                <a:spcPts val="2200"/>
              </a:lnSpc>
              <a:defRPr>
                <a:latin typeface="微軟正黑體" panose="020B0604030504040204" pitchFamily="34" charset="-120"/>
                <a:ea typeface="微軟正黑體" panose="020B0604030504040204" pitchFamily="34" charset="-120"/>
              </a:defRPr>
            </a:lvl5pPr>
          </a:lstStyle>
          <a:p>
            <a:pPr lvl="0"/>
            <a:r>
              <a:rPr lang="zh-TW" altLang="en-US" dirty="0"/>
              <a:t>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p>
        </p:txBody>
      </p:sp>
      <p:sp>
        <p:nvSpPr>
          <p:cNvPr id="7" name="標題 1">
            <a:extLst>
              <a:ext uri="{FF2B5EF4-FFF2-40B4-BE49-F238E27FC236}">
                <a16:creationId xmlns:a16="http://schemas.microsoft.com/office/drawing/2014/main" id="{D4E2322C-141C-48C2-8177-7FDD2D4D7FD8}"/>
              </a:ext>
            </a:extLst>
          </p:cNvPr>
          <p:cNvSpPr>
            <a:spLocks noGrp="1"/>
          </p:cNvSpPr>
          <p:nvPr>
            <p:ph type="title"/>
          </p:nvPr>
        </p:nvSpPr>
        <p:spPr>
          <a:xfrm>
            <a:off x="358605" y="147918"/>
            <a:ext cx="11116727" cy="622580"/>
          </a:xfrm>
          <a:prstGeom prst="rect">
            <a:avLst/>
          </a:prstGeom>
        </p:spPr>
        <p:txBody>
          <a:bodyPr anchor="ctr"/>
          <a:lstStyle>
            <a:lvl1pPr algn="l">
              <a:defRPr sz="3200" b="0">
                <a:solidFill>
                  <a:schemeClr val="tx1"/>
                </a:solidFill>
                <a:latin typeface="微軟正黑體" panose="020B0604030504040204" pitchFamily="34" charset="-120"/>
                <a:ea typeface="微軟正黑體" panose="020B0604030504040204" pitchFamily="34" charset="-120"/>
              </a:defRPr>
            </a:lvl1pPr>
          </a:lstStyle>
          <a:p>
            <a:r>
              <a:rPr lang="zh-TW" altLang="en-US" dirty="0"/>
              <a:t>按一下以編輯母片標題樣式</a:t>
            </a:r>
          </a:p>
        </p:txBody>
      </p:sp>
    </p:spTree>
    <p:extLst>
      <p:ext uri="{BB962C8B-B14F-4D97-AF65-F5344CB8AC3E}">
        <p14:creationId xmlns:p14="http://schemas.microsoft.com/office/powerpoint/2010/main" val="2840032455"/>
      </p:ext>
    </p:extLst>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48092" y="6229812"/>
            <a:ext cx="2091095" cy="357856"/>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061960" y="6229812"/>
            <a:ext cx="2837914" cy="357856"/>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422648" y="6229812"/>
            <a:ext cx="2091095" cy="357856"/>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a:spcAft>
                <a:spcPts val="0"/>
              </a:spcAft>
            </a:pPr>
            <a:fld id="{00000000-1234-1234-1234-123412341234}" type="slidenum">
              <a:rPr lang="en-US" smtClean="0"/>
              <a:pPr>
                <a:spcAft>
                  <a:spcPts val="0"/>
                </a:spcAft>
              </a:pPr>
              <a:t>‹#›</a:t>
            </a:fld>
            <a:endParaRPr lang="en-US"/>
          </a:p>
        </p:txBody>
      </p:sp>
    </p:spTree>
    <p:extLst>
      <p:ext uri="{BB962C8B-B14F-4D97-AF65-F5344CB8AC3E}">
        <p14:creationId xmlns:p14="http://schemas.microsoft.com/office/powerpoint/2010/main" val="14316725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圖片 5">
            <a:extLst>
              <a:ext uri="{FF2B5EF4-FFF2-40B4-BE49-F238E27FC236}">
                <a16:creationId xmlns:a16="http://schemas.microsoft.com/office/drawing/2014/main" id="{F38979B5-058C-46EA-A372-5ECD9B837DAD}"/>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150807" y="6133846"/>
            <a:ext cx="4570242" cy="731880"/>
          </a:xfrm>
          <a:prstGeom prst="rect">
            <a:avLst/>
          </a:prstGeom>
        </p:spPr>
      </p:pic>
      <p:sp>
        <p:nvSpPr>
          <p:cNvPr id="1026" name="Line 197"/>
          <p:cNvSpPr>
            <a:spLocks noChangeShapeType="1"/>
          </p:cNvSpPr>
          <p:nvPr userDrawn="1"/>
        </p:nvSpPr>
        <p:spPr bwMode="auto">
          <a:xfrm>
            <a:off x="304814" y="792163"/>
            <a:ext cx="11248465" cy="0"/>
          </a:xfrm>
          <a:prstGeom prst="line">
            <a:avLst/>
          </a:prstGeom>
          <a:noFill/>
          <a:ln w="15875">
            <a:solidFill>
              <a:srgbClr val="FF0000"/>
            </a:solidFill>
            <a:round/>
            <a:headEnd/>
            <a:tailEnd/>
          </a:ln>
          <a:extLst>
            <a:ext uri="{909E8E84-426E-40DD-AFC4-6F175D3DCCD1}">
              <a14:hiddenFill xmlns:a14="http://schemas.microsoft.com/office/drawing/2010/main">
                <a:noFill/>
              </a14:hiddenFill>
            </a:ext>
          </a:extLst>
        </p:spPr>
        <p:txBody>
          <a:bodyPr/>
          <a:lstStyle/>
          <a:p>
            <a:endParaRPr lang="zh-TW" altLang="en-US" sz="4000"/>
          </a:p>
        </p:txBody>
      </p:sp>
      <p:sp>
        <p:nvSpPr>
          <p:cNvPr id="1027" name="矩形 9"/>
          <p:cNvSpPr>
            <a:spLocks noChangeArrowheads="1"/>
          </p:cNvSpPr>
          <p:nvPr userDrawn="1"/>
        </p:nvSpPr>
        <p:spPr bwMode="auto">
          <a:xfrm>
            <a:off x="16935" y="6417112"/>
            <a:ext cx="520723" cy="223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spAutoFit/>
          </a:bodyPr>
          <a:lstStyle>
            <a:lvl1pPr eaLnBrk="0" hangingPunct="0">
              <a:defRPr sz="4000" b="1">
                <a:solidFill>
                  <a:schemeClr val="tx1"/>
                </a:solidFill>
                <a:latin typeface="Arial" charset="0"/>
                <a:ea typeface="华文楷体" pitchFamily="2" charset="-122"/>
              </a:defRPr>
            </a:lvl1pPr>
            <a:lvl2pPr marL="742950" indent="-285750" eaLnBrk="0" hangingPunct="0">
              <a:defRPr sz="4000" b="1">
                <a:solidFill>
                  <a:schemeClr val="tx1"/>
                </a:solidFill>
                <a:latin typeface="Arial" charset="0"/>
                <a:ea typeface="华文楷体" pitchFamily="2" charset="-122"/>
              </a:defRPr>
            </a:lvl2pPr>
            <a:lvl3pPr marL="1143000" indent="-228600" eaLnBrk="0" hangingPunct="0">
              <a:defRPr sz="4000" b="1">
                <a:solidFill>
                  <a:schemeClr val="tx1"/>
                </a:solidFill>
                <a:latin typeface="Arial" charset="0"/>
                <a:ea typeface="华文楷体" pitchFamily="2" charset="-122"/>
              </a:defRPr>
            </a:lvl3pPr>
            <a:lvl4pPr marL="1600200" indent="-228600" eaLnBrk="0" hangingPunct="0">
              <a:defRPr sz="4000" b="1">
                <a:solidFill>
                  <a:schemeClr val="tx1"/>
                </a:solidFill>
                <a:latin typeface="Arial" charset="0"/>
                <a:ea typeface="华文楷体" pitchFamily="2" charset="-122"/>
              </a:defRPr>
            </a:lvl4pPr>
            <a:lvl5pPr marL="2057400" indent="-228600" eaLnBrk="0" hangingPunct="0">
              <a:defRPr sz="4000" b="1">
                <a:solidFill>
                  <a:schemeClr val="tx1"/>
                </a:solidFill>
                <a:latin typeface="Arial" charset="0"/>
                <a:ea typeface="华文楷体" pitchFamily="2" charset="-122"/>
              </a:defRPr>
            </a:lvl5pPr>
            <a:lvl6pPr marL="2514600" indent="-228600" eaLnBrk="0" fontAlgn="base" hangingPunct="0">
              <a:spcBef>
                <a:spcPct val="0"/>
              </a:spcBef>
              <a:spcAft>
                <a:spcPct val="0"/>
              </a:spcAft>
              <a:defRPr sz="4000" b="1">
                <a:solidFill>
                  <a:schemeClr val="tx1"/>
                </a:solidFill>
                <a:latin typeface="Arial" charset="0"/>
                <a:ea typeface="华文楷体" pitchFamily="2" charset="-122"/>
              </a:defRPr>
            </a:lvl6pPr>
            <a:lvl7pPr marL="2971800" indent="-228600" eaLnBrk="0" fontAlgn="base" hangingPunct="0">
              <a:spcBef>
                <a:spcPct val="0"/>
              </a:spcBef>
              <a:spcAft>
                <a:spcPct val="0"/>
              </a:spcAft>
              <a:defRPr sz="4000" b="1">
                <a:solidFill>
                  <a:schemeClr val="tx1"/>
                </a:solidFill>
                <a:latin typeface="Arial" charset="0"/>
                <a:ea typeface="华文楷体" pitchFamily="2" charset="-122"/>
              </a:defRPr>
            </a:lvl7pPr>
            <a:lvl8pPr marL="3429000" indent="-228600" eaLnBrk="0" fontAlgn="base" hangingPunct="0">
              <a:spcBef>
                <a:spcPct val="0"/>
              </a:spcBef>
              <a:spcAft>
                <a:spcPct val="0"/>
              </a:spcAft>
              <a:defRPr sz="4000" b="1">
                <a:solidFill>
                  <a:schemeClr val="tx1"/>
                </a:solidFill>
                <a:latin typeface="Arial" charset="0"/>
                <a:ea typeface="华文楷体" pitchFamily="2" charset="-122"/>
              </a:defRPr>
            </a:lvl8pPr>
            <a:lvl9pPr marL="3886200" indent="-228600" eaLnBrk="0" fontAlgn="base" hangingPunct="0">
              <a:spcBef>
                <a:spcPct val="0"/>
              </a:spcBef>
              <a:spcAft>
                <a:spcPct val="0"/>
              </a:spcAft>
              <a:defRPr sz="4000" b="1">
                <a:solidFill>
                  <a:schemeClr val="tx1"/>
                </a:solidFill>
                <a:latin typeface="Arial" charset="0"/>
                <a:ea typeface="华文楷体" pitchFamily="2" charset="-122"/>
              </a:defRPr>
            </a:lvl9pPr>
          </a:lstStyle>
          <a:p>
            <a:pPr algn="ctr" eaLnBrk="1" hangingPunct="1">
              <a:lnSpc>
                <a:spcPts val="1000"/>
              </a:lnSpc>
              <a:defRPr/>
            </a:pPr>
            <a:fld id="{B24A712F-B284-4871-8CF9-DC6E056DBACF}" type="slidenum">
              <a:rPr lang="en-US" altLang="zh-TW" sz="1200" b="0" smtClean="0">
                <a:ea typeface="微軟正黑體" pitchFamily="34" charset="-120"/>
              </a:rPr>
              <a:pPr algn="ctr" eaLnBrk="1" hangingPunct="1">
                <a:lnSpc>
                  <a:spcPts val="1000"/>
                </a:lnSpc>
                <a:defRPr/>
              </a:pPr>
              <a:t>‹#›</a:t>
            </a:fld>
            <a:endParaRPr lang="en-US" altLang="zh-TW" sz="1200" b="0" dirty="0">
              <a:ea typeface="微軟正黑體" pitchFamily="34" charset="-120"/>
            </a:endParaRPr>
          </a:p>
        </p:txBody>
      </p:sp>
      <p:pic>
        <p:nvPicPr>
          <p:cNvPr id="7" name="圖片 6">
            <a:extLst>
              <a:ext uri="{FF2B5EF4-FFF2-40B4-BE49-F238E27FC236}">
                <a16:creationId xmlns:a16="http://schemas.microsoft.com/office/drawing/2014/main" id="{8FE1A3F2-7AC5-42CE-974C-877C71B75E76}"/>
              </a:ext>
            </a:extLst>
          </p:cNvPr>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9039753" y="6325496"/>
            <a:ext cx="2554358" cy="302073"/>
          </a:xfrm>
          <a:prstGeom prst="rect">
            <a:avLst/>
          </a:prstGeom>
        </p:spPr>
      </p:pic>
    </p:spTree>
  </p:cSld>
  <p:clrMap bg1="lt1" tx1="dk1" bg2="lt2" tx2="dk2" accent1="accent1" accent2="accent2" accent3="accent3" accent4="accent4" accent5="accent5" accent6="accent6" hlink="hlink" folHlink="folHlink"/>
  <p:sldLayoutIdLst>
    <p:sldLayoutId id="2147483705" r:id="rId1"/>
    <p:sldLayoutId id="2147483703" r:id="rId2"/>
    <p:sldLayoutId id="2147483704" r:id="rId3"/>
    <p:sldLayoutId id="2147483706" r:id="rId4"/>
    <p:sldLayoutId id="2147483707" r:id="rId5"/>
  </p:sldLayoutIdLst>
  <p:transition spd="med"/>
  <p:hf hdr="0"/>
  <p:txStyles>
    <p:titleStyle>
      <a:lvl1pPr algn="l" defTabSz="895350" rtl="0" eaLnBrk="0" fontAlgn="base" hangingPunct="0">
        <a:spcBef>
          <a:spcPct val="0"/>
        </a:spcBef>
        <a:spcAft>
          <a:spcPct val="0"/>
        </a:spcAft>
        <a:defRPr sz="1900" b="1">
          <a:solidFill>
            <a:schemeClr val="tx2"/>
          </a:solidFill>
          <a:latin typeface="+mj-lt"/>
          <a:ea typeface="+mj-ea"/>
          <a:cs typeface="+mj-cs"/>
        </a:defRPr>
      </a:lvl1pPr>
      <a:lvl2pPr algn="l" defTabSz="895350" rtl="0" eaLnBrk="0" fontAlgn="base" hangingPunct="0">
        <a:spcBef>
          <a:spcPct val="0"/>
        </a:spcBef>
        <a:spcAft>
          <a:spcPct val="0"/>
        </a:spcAft>
        <a:defRPr sz="1900" b="1">
          <a:solidFill>
            <a:schemeClr val="tx2"/>
          </a:solidFill>
          <a:latin typeface="Arial" charset="0"/>
        </a:defRPr>
      </a:lvl2pPr>
      <a:lvl3pPr algn="l" defTabSz="895350" rtl="0" eaLnBrk="0" fontAlgn="base" hangingPunct="0">
        <a:spcBef>
          <a:spcPct val="0"/>
        </a:spcBef>
        <a:spcAft>
          <a:spcPct val="0"/>
        </a:spcAft>
        <a:defRPr sz="1900" b="1">
          <a:solidFill>
            <a:schemeClr val="tx2"/>
          </a:solidFill>
          <a:latin typeface="Arial" charset="0"/>
        </a:defRPr>
      </a:lvl3pPr>
      <a:lvl4pPr algn="l" defTabSz="895350" rtl="0" eaLnBrk="0" fontAlgn="base" hangingPunct="0">
        <a:spcBef>
          <a:spcPct val="0"/>
        </a:spcBef>
        <a:spcAft>
          <a:spcPct val="0"/>
        </a:spcAft>
        <a:defRPr sz="1900" b="1">
          <a:solidFill>
            <a:schemeClr val="tx2"/>
          </a:solidFill>
          <a:latin typeface="Arial" charset="0"/>
        </a:defRPr>
      </a:lvl4pPr>
      <a:lvl5pPr algn="l" defTabSz="895350" rtl="0" eaLnBrk="0" fontAlgn="base" hangingPunct="0">
        <a:spcBef>
          <a:spcPct val="0"/>
        </a:spcBef>
        <a:spcAft>
          <a:spcPct val="0"/>
        </a:spcAft>
        <a:defRPr sz="1900" b="1">
          <a:solidFill>
            <a:schemeClr val="tx2"/>
          </a:solidFill>
          <a:latin typeface="Arial" charset="0"/>
        </a:defRPr>
      </a:lvl5pPr>
      <a:lvl6pPr marL="457200" algn="l" defTabSz="895350" rtl="0" fontAlgn="base">
        <a:spcBef>
          <a:spcPct val="0"/>
        </a:spcBef>
        <a:spcAft>
          <a:spcPct val="0"/>
        </a:spcAft>
        <a:defRPr sz="1900" b="1">
          <a:solidFill>
            <a:schemeClr val="tx2"/>
          </a:solidFill>
          <a:latin typeface="Arial" charset="0"/>
        </a:defRPr>
      </a:lvl6pPr>
      <a:lvl7pPr marL="914400" algn="l" defTabSz="895350" rtl="0" fontAlgn="base">
        <a:spcBef>
          <a:spcPct val="0"/>
        </a:spcBef>
        <a:spcAft>
          <a:spcPct val="0"/>
        </a:spcAft>
        <a:defRPr sz="1900" b="1">
          <a:solidFill>
            <a:schemeClr val="tx2"/>
          </a:solidFill>
          <a:latin typeface="Arial" charset="0"/>
        </a:defRPr>
      </a:lvl7pPr>
      <a:lvl8pPr marL="1371600" algn="l" defTabSz="895350" rtl="0" fontAlgn="base">
        <a:spcBef>
          <a:spcPct val="0"/>
        </a:spcBef>
        <a:spcAft>
          <a:spcPct val="0"/>
        </a:spcAft>
        <a:defRPr sz="1900" b="1">
          <a:solidFill>
            <a:schemeClr val="tx2"/>
          </a:solidFill>
          <a:latin typeface="Arial" charset="0"/>
        </a:defRPr>
      </a:lvl8pPr>
      <a:lvl9pPr marL="1828800" algn="l" defTabSz="895350" rtl="0" fontAlgn="base">
        <a:spcBef>
          <a:spcPct val="0"/>
        </a:spcBef>
        <a:spcAft>
          <a:spcPct val="0"/>
        </a:spcAft>
        <a:defRPr sz="1900" b="1">
          <a:solidFill>
            <a:schemeClr val="tx2"/>
          </a:solidFill>
          <a:latin typeface="Arial" charset="0"/>
        </a:defRPr>
      </a:lvl9pPr>
    </p:titleStyle>
    <p:bodyStyle>
      <a:lvl1pPr algn="l" defTabSz="895350" rtl="0" eaLnBrk="0" fontAlgn="base" hangingPunct="0">
        <a:spcBef>
          <a:spcPct val="0"/>
        </a:spcBef>
        <a:spcAft>
          <a:spcPct val="0"/>
        </a:spcAft>
        <a:buSzPct val="120000"/>
        <a:defRPr sz="1600">
          <a:solidFill>
            <a:schemeClr val="tx1"/>
          </a:solidFill>
          <a:latin typeface="+mn-lt"/>
          <a:ea typeface="+mn-ea"/>
          <a:cs typeface="+mn-cs"/>
        </a:defRPr>
      </a:lvl1pPr>
      <a:lvl2pPr marL="144463" indent="-142875" algn="l" defTabSz="895350" rtl="0" eaLnBrk="0" fontAlgn="base" hangingPunct="0">
        <a:spcBef>
          <a:spcPct val="0"/>
        </a:spcBef>
        <a:spcAft>
          <a:spcPct val="0"/>
        </a:spcAft>
        <a:buSzPct val="120000"/>
        <a:buChar char="•"/>
        <a:defRPr sz="1600">
          <a:solidFill>
            <a:schemeClr val="tx1"/>
          </a:solidFill>
          <a:latin typeface="+mn-lt"/>
          <a:ea typeface="+mn-ea"/>
        </a:defRPr>
      </a:lvl2pPr>
      <a:lvl3pPr marL="295275" indent="-149225" algn="l" defTabSz="895350" rtl="0" eaLnBrk="0" fontAlgn="base" hangingPunct="0">
        <a:spcBef>
          <a:spcPct val="0"/>
        </a:spcBef>
        <a:spcAft>
          <a:spcPct val="0"/>
        </a:spcAft>
        <a:buChar char="–"/>
        <a:defRPr sz="1600">
          <a:solidFill>
            <a:schemeClr val="tx1"/>
          </a:solidFill>
          <a:latin typeface="+mn-lt"/>
          <a:ea typeface="+mn-ea"/>
        </a:defRPr>
      </a:lvl3pPr>
      <a:lvl4pPr marL="431800" indent="-134938" algn="l" defTabSz="895350" rtl="0" eaLnBrk="0" fontAlgn="base" hangingPunct="0">
        <a:spcBef>
          <a:spcPct val="0"/>
        </a:spcBef>
        <a:spcAft>
          <a:spcPct val="0"/>
        </a:spcAft>
        <a:buSzPct val="89000"/>
        <a:buChar char="•"/>
        <a:defRPr sz="1600">
          <a:solidFill>
            <a:schemeClr val="tx1"/>
          </a:solidFill>
          <a:latin typeface="+mn-lt"/>
          <a:ea typeface="+mn-ea"/>
        </a:defRPr>
      </a:lvl4pPr>
      <a:lvl5pPr marL="582613" indent="-149225" algn="l" defTabSz="895350" rtl="0" eaLnBrk="0" fontAlgn="base" hangingPunct="0">
        <a:spcBef>
          <a:spcPct val="0"/>
        </a:spcBef>
        <a:spcAft>
          <a:spcPct val="0"/>
        </a:spcAft>
        <a:buSzPct val="75000"/>
        <a:buChar char="–"/>
        <a:defRPr sz="1600">
          <a:solidFill>
            <a:schemeClr val="tx1"/>
          </a:solidFill>
          <a:latin typeface="+mn-lt"/>
          <a:ea typeface="+mn-ea"/>
        </a:defRPr>
      </a:lvl5pPr>
      <a:lvl6pPr marL="1039813" indent="-149225" algn="l" defTabSz="895350" rtl="0" fontAlgn="base">
        <a:spcBef>
          <a:spcPct val="0"/>
        </a:spcBef>
        <a:spcAft>
          <a:spcPct val="0"/>
        </a:spcAft>
        <a:buSzPct val="75000"/>
        <a:buChar char="–"/>
        <a:defRPr sz="1600">
          <a:solidFill>
            <a:schemeClr val="tx1"/>
          </a:solidFill>
          <a:latin typeface="+mn-lt"/>
          <a:ea typeface="+mn-ea"/>
        </a:defRPr>
      </a:lvl6pPr>
      <a:lvl7pPr marL="1497013" indent="-149225" algn="l" defTabSz="895350" rtl="0" fontAlgn="base">
        <a:spcBef>
          <a:spcPct val="0"/>
        </a:spcBef>
        <a:spcAft>
          <a:spcPct val="0"/>
        </a:spcAft>
        <a:buSzPct val="75000"/>
        <a:buChar char="–"/>
        <a:defRPr sz="1600">
          <a:solidFill>
            <a:schemeClr val="tx1"/>
          </a:solidFill>
          <a:latin typeface="+mn-lt"/>
          <a:ea typeface="+mn-ea"/>
        </a:defRPr>
      </a:lvl7pPr>
      <a:lvl8pPr marL="1954213" indent="-149225" algn="l" defTabSz="895350" rtl="0" fontAlgn="base">
        <a:spcBef>
          <a:spcPct val="0"/>
        </a:spcBef>
        <a:spcAft>
          <a:spcPct val="0"/>
        </a:spcAft>
        <a:buSzPct val="75000"/>
        <a:buChar char="–"/>
        <a:defRPr sz="1600">
          <a:solidFill>
            <a:schemeClr val="tx1"/>
          </a:solidFill>
          <a:latin typeface="+mn-lt"/>
          <a:ea typeface="+mn-ea"/>
        </a:defRPr>
      </a:lvl8pPr>
      <a:lvl9pPr marL="2411413" indent="-149225" algn="l" defTabSz="895350" rtl="0" fontAlgn="base">
        <a:spcBef>
          <a:spcPct val="0"/>
        </a:spcBef>
        <a:spcAft>
          <a:spcPct val="0"/>
        </a:spcAft>
        <a:buSzPct val="75000"/>
        <a:buChar char="–"/>
        <a:defRPr sz="1600">
          <a:solidFill>
            <a:schemeClr val="tx1"/>
          </a:solidFill>
          <a:latin typeface="+mn-lt"/>
          <a:ea typeface="+mn-ea"/>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3.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8" Type="http://schemas.openxmlformats.org/officeDocument/2006/relationships/image" Target="../media/image15.png"/><Relationship Id="rId13" Type="http://schemas.openxmlformats.org/officeDocument/2006/relationships/image" Target="../media/image20.png"/><Relationship Id="rId3" Type="http://schemas.openxmlformats.org/officeDocument/2006/relationships/image" Target="../media/image10.png"/><Relationship Id="rId7" Type="http://schemas.openxmlformats.org/officeDocument/2006/relationships/image" Target="../media/image14.png"/><Relationship Id="rId12" Type="http://schemas.openxmlformats.org/officeDocument/2006/relationships/image" Target="../media/image19.png"/><Relationship Id="rId2" Type="http://schemas.openxmlformats.org/officeDocument/2006/relationships/image" Target="../media/image9.png"/><Relationship Id="rId1" Type="http://schemas.openxmlformats.org/officeDocument/2006/relationships/slideLayout" Target="../slideLayouts/slideLayout3.xml"/><Relationship Id="rId6" Type="http://schemas.openxmlformats.org/officeDocument/2006/relationships/image" Target="../media/image13.png"/><Relationship Id="rId11" Type="http://schemas.openxmlformats.org/officeDocument/2006/relationships/image" Target="../media/image18.png"/><Relationship Id="rId5" Type="http://schemas.openxmlformats.org/officeDocument/2006/relationships/image" Target="../media/image12.png"/><Relationship Id="rId10" Type="http://schemas.openxmlformats.org/officeDocument/2006/relationships/image" Target="../media/image17.png"/><Relationship Id="rId4" Type="http://schemas.openxmlformats.org/officeDocument/2006/relationships/image" Target="../media/image11.png"/><Relationship Id="rId9" Type="http://schemas.openxmlformats.org/officeDocument/2006/relationships/image" Target="../media/image16.png"/></Relationships>
</file>

<file path=ppt/slides/_rels/slide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8" Type="http://schemas.openxmlformats.org/officeDocument/2006/relationships/image" Target="../media/image28.png"/><Relationship Id="rId13" Type="http://schemas.openxmlformats.org/officeDocument/2006/relationships/image" Target="../media/image33.png"/><Relationship Id="rId18" Type="http://schemas.openxmlformats.org/officeDocument/2006/relationships/image" Target="../media/image38.png"/><Relationship Id="rId3" Type="http://schemas.openxmlformats.org/officeDocument/2006/relationships/image" Target="../media/image23.png"/><Relationship Id="rId7" Type="http://schemas.openxmlformats.org/officeDocument/2006/relationships/image" Target="../media/image27.png"/><Relationship Id="rId12" Type="http://schemas.openxmlformats.org/officeDocument/2006/relationships/image" Target="../media/image32.png"/><Relationship Id="rId17" Type="http://schemas.openxmlformats.org/officeDocument/2006/relationships/image" Target="../media/image37.png"/><Relationship Id="rId2" Type="http://schemas.openxmlformats.org/officeDocument/2006/relationships/image" Target="../media/image22.png"/><Relationship Id="rId16" Type="http://schemas.openxmlformats.org/officeDocument/2006/relationships/image" Target="../media/image36.png"/><Relationship Id="rId1" Type="http://schemas.openxmlformats.org/officeDocument/2006/relationships/slideLayout" Target="../slideLayouts/slideLayout3.xml"/><Relationship Id="rId6" Type="http://schemas.openxmlformats.org/officeDocument/2006/relationships/image" Target="../media/image26.png"/><Relationship Id="rId11" Type="http://schemas.openxmlformats.org/officeDocument/2006/relationships/image" Target="../media/image31.png"/><Relationship Id="rId5" Type="http://schemas.openxmlformats.org/officeDocument/2006/relationships/image" Target="../media/image25.png"/><Relationship Id="rId15" Type="http://schemas.openxmlformats.org/officeDocument/2006/relationships/image" Target="../media/image35.png"/><Relationship Id="rId10" Type="http://schemas.openxmlformats.org/officeDocument/2006/relationships/image" Target="../media/image30.png"/><Relationship Id="rId4" Type="http://schemas.openxmlformats.org/officeDocument/2006/relationships/image" Target="../media/image24.png"/><Relationship Id="rId9" Type="http://schemas.openxmlformats.org/officeDocument/2006/relationships/image" Target="../media/image29.png"/><Relationship Id="rId14" Type="http://schemas.openxmlformats.org/officeDocument/2006/relationships/image" Target="../media/image3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xml"/><Relationship Id="rId1" Type="http://schemas.openxmlformats.org/officeDocument/2006/relationships/slideLayout" Target="../slideLayouts/slideLayout5.xml"/><Relationship Id="rId4" Type="http://schemas.openxmlformats.org/officeDocument/2006/relationships/image" Target="../media/image40.png"/></Relationships>
</file>

<file path=ppt/slides/_rels/slide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3.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3.png"/></Relationships>
</file>

<file path=ppt/slides/_rels/slide9.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3.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8.png"/></Relationships>
</file>

<file path=ppt/slides/_rels/slide10.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8.png"/><Relationship Id="rId1" Type="http://schemas.openxmlformats.org/officeDocument/2006/relationships/slideLayout" Target="../slideLayouts/slideLayout3.xml"/><Relationship Id="rId5" Type="http://schemas.openxmlformats.org/officeDocument/2006/relationships/image" Target="../media/image45.png"/><Relationship Id="rId4" Type="http://schemas.openxmlformats.org/officeDocument/2006/relationships/image" Target="../media/image4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文字版面配置區 2"/>
          <p:cNvSpPr>
            <a:spLocks noGrp="1"/>
          </p:cNvSpPr>
          <p:nvPr>
            <p:ph type="body" sz="half" idx="2"/>
          </p:nvPr>
        </p:nvSpPr>
        <p:spPr bwMode="auto">
          <a:xfrm>
            <a:off x="3674961" y="4340455"/>
            <a:ext cx="4779963" cy="5476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r>
              <a:rPr lang="zh-TW" altLang="en-US" sz="2000" b="0" dirty="0">
                <a:latin typeface="Noto Sans TC" panose="020B0200000000000000" pitchFamily="34" charset="-120"/>
                <a:ea typeface="Noto Sans TC" panose="020B0200000000000000" pitchFamily="34" charset="-120"/>
              </a:rPr>
              <a:t>企網平台科 林妘鎂</a:t>
            </a:r>
          </a:p>
        </p:txBody>
      </p:sp>
      <p:sp>
        <p:nvSpPr>
          <p:cNvPr id="4" name="文字版面配置區 3"/>
          <p:cNvSpPr>
            <a:spLocks noGrp="1"/>
          </p:cNvSpPr>
          <p:nvPr>
            <p:ph type="body" sz="half" idx="10"/>
          </p:nvPr>
        </p:nvSpPr>
        <p:spPr>
          <a:xfrm>
            <a:off x="4156174" y="5090779"/>
            <a:ext cx="3765550" cy="406400"/>
          </a:xfrm>
        </p:spPr>
        <p:txBody>
          <a:bodyPr/>
          <a:lstStyle/>
          <a:p>
            <a:pPr>
              <a:defRPr/>
            </a:pPr>
            <a:r>
              <a:rPr kumimoji="1" lang="en-US" altLang="zh-TW" b="0" dirty="0">
                <a:latin typeface="Noto Sans TC" panose="020B0200000000000000" pitchFamily="34" charset="-120"/>
                <a:ea typeface="Noto Sans TC" panose="020B0200000000000000" pitchFamily="34" charset="-120"/>
              </a:rPr>
              <a:t>2026/05/22</a:t>
            </a:r>
          </a:p>
        </p:txBody>
      </p:sp>
      <p:sp>
        <p:nvSpPr>
          <p:cNvPr id="9" name="文字方塊 8">
            <a:extLst>
              <a:ext uri="{FF2B5EF4-FFF2-40B4-BE49-F238E27FC236}">
                <a16:creationId xmlns:a16="http://schemas.microsoft.com/office/drawing/2014/main" id="{32A92ECE-D2CC-24C3-5F86-3628B32D53C5}"/>
              </a:ext>
            </a:extLst>
          </p:cNvPr>
          <p:cNvSpPr txBox="1"/>
          <p:nvPr/>
        </p:nvSpPr>
        <p:spPr>
          <a:xfrm>
            <a:off x="2081308" y="2198827"/>
            <a:ext cx="8463170" cy="1938992"/>
          </a:xfrm>
          <a:prstGeom prst="rect">
            <a:avLst/>
          </a:prstGeom>
          <a:noFill/>
        </p:spPr>
        <p:txBody>
          <a:bodyPr wrap="square">
            <a:spAutoFit/>
          </a:bodyPr>
          <a:lstStyle/>
          <a:p>
            <a:pPr algn="ctr" rtl="0">
              <a:buNone/>
            </a:pPr>
            <a:r>
              <a:rPr lang="sv-SE" altLang="zh-TW" sz="4000" b="1" i="0" u="none" strike="noStrike" dirty="0">
                <a:solidFill>
                  <a:srgbClr val="001A3D"/>
                </a:solidFill>
                <a:effectLst/>
                <a:latin typeface="Noto Sans TC" panose="020B0200000000000000" pitchFamily="34" charset="-120"/>
                <a:ea typeface="Noto Sans TC" panose="020B0200000000000000" pitchFamily="34" charset="-120"/>
              </a:rPr>
              <a:t>J.P. Morgan "ASK David"</a:t>
            </a:r>
            <a:endParaRPr lang="sv-SE" altLang="zh-TW" b="0" dirty="0">
              <a:effectLst/>
              <a:latin typeface="Noto Sans TC" panose="020B0200000000000000" pitchFamily="34" charset="-120"/>
              <a:ea typeface="Noto Sans TC" panose="020B0200000000000000" pitchFamily="34" charset="-120"/>
            </a:endParaRPr>
          </a:p>
          <a:p>
            <a:pPr>
              <a:buNone/>
            </a:pPr>
            <a:br>
              <a:rPr lang="sv-SE" altLang="zh-TW" dirty="0">
                <a:latin typeface="Noto Sans TC" panose="020B0200000000000000" pitchFamily="34" charset="-120"/>
                <a:ea typeface="Noto Sans TC" panose="020B0200000000000000" pitchFamily="34" charset="-120"/>
              </a:rPr>
            </a:br>
            <a:endParaRPr lang="zh-TW" altLang="en-US" dirty="0">
              <a:latin typeface="Noto Sans TC" panose="020B0200000000000000" pitchFamily="34" charset="-120"/>
              <a:ea typeface="Noto Sans TC" panose="020B0200000000000000" pitchFamily="34" charset="-120"/>
            </a:endParaRPr>
          </a:p>
        </p:txBody>
      </p:sp>
      <p:sp>
        <p:nvSpPr>
          <p:cNvPr id="11" name="文字方塊 10">
            <a:extLst>
              <a:ext uri="{FF2B5EF4-FFF2-40B4-BE49-F238E27FC236}">
                <a16:creationId xmlns:a16="http://schemas.microsoft.com/office/drawing/2014/main" id="{29751C61-F856-940A-B79F-43C7189489FE}"/>
              </a:ext>
            </a:extLst>
          </p:cNvPr>
          <p:cNvSpPr txBox="1"/>
          <p:nvPr/>
        </p:nvSpPr>
        <p:spPr>
          <a:xfrm>
            <a:off x="3070252" y="3091050"/>
            <a:ext cx="6485282" cy="1631216"/>
          </a:xfrm>
          <a:prstGeom prst="rect">
            <a:avLst/>
          </a:prstGeom>
          <a:noFill/>
        </p:spPr>
        <p:txBody>
          <a:bodyPr wrap="square">
            <a:spAutoFit/>
          </a:bodyPr>
          <a:lstStyle/>
          <a:p>
            <a:pPr algn="ctr" rtl="0">
              <a:buNone/>
            </a:pPr>
            <a:r>
              <a:rPr lang="en-US" altLang="zh-TW" sz="2000" b="0" i="0" u="none" strike="noStrike" dirty="0" err="1">
                <a:solidFill>
                  <a:schemeClr val="tx2">
                    <a:lumMod val="75000"/>
                  </a:schemeClr>
                </a:solidFill>
                <a:effectLst/>
                <a:latin typeface="Noto Sans TC" panose="020B0200000000000000" pitchFamily="34" charset="-120"/>
                <a:ea typeface="Noto Sans TC" panose="020B0200000000000000" pitchFamily="34" charset="-120"/>
              </a:rPr>
              <a:t>LangGraph</a:t>
            </a:r>
            <a:r>
              <a:rPr lang="en-US" altLang="zh-TW" sz="2000" b="0" i="0" u="none" strike="noStrike" dirty="0">
                <a:solidFill>
                  <a:schemeClr val="tx2">
                    <a:lumMod val="75000"/>
                  </a:schemeClr>
                </a:solidFill>
                <a:effectLst/>
                <a:latin typeface="Noto Sans TC" panose="020B0200000000000000" pitchFamily="34" charset="-120"/>
                <a:ea typeface="Noto Sans TC" panose="020B0200000000000000" pitchFamily="34" charset="-120"/>
              </a:rPr>
              <a:t> </a:t>
            </a:r>
            <a:r>
              <a:rPr lang="zh-TW" altLang="en-US" sz="2000" b="0" i="0" u="none" strike="noStrike" dirty="0">
                <a:solidFill>
                  <a:schemeClr val="tx2">
                    <a:lumMod val="75000"/>
                  </a:schemeClr>
                </a:solidFill>
                <a:effectLst/>
                <a:latin typeface="Noto Sans TC" panose="020B0200000000000000" pitchFamily="34" charset="-120"/>
                <a:ea typeface="Noto Sans TC" panose="020B0200000000000000" pitchFamily="34" charset="-120"/>
              </a:rPr>
              <a:t>驅動的金融效率革命</a:t>
            </a:r>
            <a:endParaRPr lang="zh-TW" altLang="en-US" sz="2000" b="0" dirty="0">
              <a:solidFill>
                <a:schemeClr val="tx2">
                  <a:lumMod val="75000"/>
                </a:schemeClr>
              </a:solidFill>
              <a:effectLst/>
              <a:latin typeface="Noto Sans TC" panose="020B0200000000000000" pitchFamily="34" charset="-120"/>
              <a:ea typeface="Noto Sans TC" panose="020B0200000000000000" pitchFamily="34" charset="-120"/>
            </a:endParaRPr>
          </a:p>
          <a:p>
            <a:pPr>
              <a:buNone/>
            </a:pPr>
            <a:br>
              <a:rPr lang="zh-TW" altLang="en-US" dirty="0">
                <a:latin typeface="Noto Sans TC" panose="020B0200000000000000" pitchFamily="34" charset="-120"/>
                <a:ea typeface="Noto Sans TC" panose="020B0200000000000000" pitchFamily="34" charset="-120"/>
              </a:rPr>
            </a:br>
            <a:endParaRPr lang="zh-TW" altLang="en-US" dirty="0">
              <a:latin typeface="Noto Sans TC" panose="020B0200000000000000" pitchFamily="34" charset="-120"/>
              <a:ea typeface="Noto Sans TC" panose="020B0200000000000000" pitchFamily="34" charset="-120"/>
            </a:endParaRP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85973B-21AB-14D9-7D50-6D251F8CD15B}"/>
            </a:ext>
          </a:extLst>
        </p:cNvPr>
        <p:cNvGrpSpPr/>
        <p:nvPr/>
      </p:nvGrpSpPr>
      <p:grpSpPr>
        <a:xfrm>
          <a:off x="0" y="0"/>
          <a:ext cx="0" cy="0"/>
          <a:chOff x="0" y="0"/>
          <a:chExt cx="0" cy="0"/>
        </a:xfrm>
      </p:grpSpPr>
      <p:sp>
        <p:nvSpPr>
          <p:cNvPr id="4" name="標題 1">
            <a:extLst>
              <a:ext uri="{FF2B5EF4-FFF2-40B4-BE49-F238E27FC236}">
                <a16:creationId xmlns:a16="http://schemas.microsoft.com/office/drawing/2014/main" id="{5F615829-1785-5B5D-6FD8-15055F817C2D}"/>
              </a:ext>
            </a:extLst>
          </p:cNvPr>
          <p:cNvSpPr>
            <a:spLocks noGrp="1" noChangeArrowheads="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0" compatLnSpc="1">
            <a:prstTxWarp prst="textNoShape">
              <a:avLst/>
            </a:prstTxWarp>
          </a:bodyPr>
          <a:lstStyle/>
          <a:p>
            <a:r>
              <a:rPr lang="zh-TW" altLang="en-US" b="1" dirty="0"/>
              <a:t>報告大綱 </a:t>
            </a:r>
            <a:r>
              <a:rPr lang="en-US" altLang="zh-TW" dirty="0"/>
              <a:t>Agenda</a:t>
            </a:r>
            <a:endParaRPr lang="zh-TW" altLang="en-US" dirty="0">
              <a:latin typeface="微軟正黑體" panose="020B0604030504040204" pitchFamily="34" charset="-120"/>
              <a:ea typeface="微軟正黑體" panose="020B0604030504040204" pitchFamily="34" charset="-120"/>
            </a:endParaRPr>
          </a:p>
        </p:txBody>
      </p:sp>
      <p:pic>
        <p:nvPicPr>
          <p:cNvPr id="15" name="Google Shape;97;p14" descr="image.png">
            <a:extLst>
              <a:ext uri="{FF2B5EF4-FFF2-40B4-BE49-F238E27FC236}">
                <a16:creationId xmlns:a16="http://schemas.microsoft.com/office/drawing/2014/main" id="{8910B38B-F04E-328A-A070-94DBC16204BE}"/>
              </a:ext>
            </a:extLst>
          </p:cNvPr>
          <p:cNvPicPr preferRelativeResize="0"/>
          <p:nvPr/>
        </p:nvPicPr>
        <p:blipFill rotWithShape="1">
          <a:blip r:embed="rId2">
            <a:alphaModFix/>
          </a:blip>
          <a:srcRect/>
          <a:stretch/>
        </p:blipFill>
        <p:spPr>
          <a:xfrm>
            <a:off x="867472" y="1444199"/>
            <a:ext cx="381000" cy="381000"/>
          </a:xfrm>
          <a:prstGeom prst="rect">
            <a:avLst/>
          </a:prstGeom>
          <a:noFill/>
          <a:ln>
            <a:noFill/>
          </a:ln>
        </p:spPr>
      </p:pic>
      <p:pic>
        <p:nvPicPr>
          <p:cNvPr id="16" name="Google Shape;99;p14" descr="image.png">
            <a:extLst>
              <a:ext uri="{FF2B5EF4-FFF2-40B4-BE49-F238E27FC236}">
                <a16:creationId xmlns:a16="http://schemas.microsoft.com/office/drawing/2014/main" id="{07F9DBD7-932E-93E3-4F9E-8CE2EC1FF0DB}"/>
              </a:ext>
            </a:extLst>
          </p:cNvPr>
          <p:cNvPicPr preferRelativeResize="0"/>
          <p:nvPr/>
        </p:nvPicPr>
        <p:blipFill rotWithShape="1">
          <a:blip r:embed="rId3">
            <a:alphaModFix/>
          </a:blip>
          <a:srcRect/>
          <a:stretch/>
        </p:blipFill>
        <p:spPr>
          <a:xfrm>
            <a:off x="867472" y="2834849"/>
            <a:ext cx="381000" cy="381000"/>
          </a:xfrm>
          <a:prstGeom prst="rect">
            <a:avLst/>
          </a:prstGeom>
          <a:noFill/>
          <a:ln>
            <a:noFill/>
          </a:ln>
        </p:spPr>
      </p:pic>
      <p:pic>
        <p:nvPicPr>
          <p:cNvPr id="17" name="Google Shape;100;p14" descr="image.png">
            <a:extLst>
              <a:ext uri="{FF2B5EF4-FFF2-40B4-BE49-F238E27FC236}">
                <a16:creationId xmlns:a16="http://schemas.microsoft.com/office/drawing/2014/main" id="{4323F58E-6029-ED09-67A4-64918CFF3D8B}"/>
              </a:ext>
            </a:extLst>
          </p:cNvPr>
          <p:cNvPicPr preferRelativeResize="0"/>
          <p:nvPr/>
        </p:nvPicPr>
        <p:blipFill rotWithShape="1">
          <a:blip r:embed="rId4">
            <a:alphaModFix/>
          </a:blip>
          <a:srcRect/>
          <a:stretch/>
        </p:blipFill>
        <p:spPr>
          <a:xfrm>
            <a:off x="867472" y="3530174"/>
            <a:ext cx="381000" cy="381000"/>
          </a:xfrm>
          <a:prstGeom prst="rect">
            <a:avLst/>
          </a:prstGeom>
          <a:noFill/>
          <a:ln>
            <a:noFill/>
          </a:ln>
        </p:spPr>
      </p:pic>
      <p:pic>
        <p:nvPicPr>
          <p:cNvPr id="18" name="Google Shape;101;p14" descr="image.png">
            <a:extLst>
              <a:ext uri="{FF2B5EF4-FFF2-40B4-BE49-F238E27FC236}">
                <a16:creationId xmlns:a16="http://schemas.microsoft.com/office/drawing/2014/main" id="{1C0A6E0C-F075-C15C-8520-1D00FF00D8D7}"/>
              </a:ext>
            </a:extLst>
          </p:cNvPr>
          <p:cNvPicPr preferRelativeResize="0"/>
          <p:nvPr/>
        </p:nvPicPr>
        <p:blipFill rotWithShape="1">
          <a:blip r:embed="rId5">
            <a:alphaModFix/>
          </a:blip>
          <a:srcRect/>
          <a:stretch/>
        </p:blipFill>
        <p:spPr>
          <a:xfrm>
            <a:off x="867472" y="4225499"/>
            <a:ext cx="381000" cy="381000"/>
          </a:xfrm>
          <a:prstGeom prst="rect">
            <a:avLst/>
          </a:prstGeom>
          <a:noFill/>
          <a:ln>
            <a:noFill/>
          </a:ln>
        </p:spPr>
      </p:pic>
      <p:sp>
        <p:nvSpPr>
          <p:cNvPr id="19" name="Google Shape;105;p14">
            <a:extLst>
              <a:ext uri="{FF2B5EF4-FFF2-40B4-BE49-F238E27FC236}">
                <a16:creationId xmlns:a16="http://schemas.microsoft.com/office/drawing/2014/main" id="{49A3E020-AA0C-E027-3753-F2C5A49B9F30}"/>
              </a:ext>
            </a:extLst>
          </p:cNvPr>
          <p:cNvSpPr txBox="1"/>
          <p:nvPr/>
        </p:nvSpPr>
        <p:spPr>
          <a:xfrm>
            <a:off x="1438972" y="1525674"/>
            <a:ext cx="7337038"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zh-TW" altLang="en-US" sz="2000" b="1" i="0" u="none" strike="noStrike" cap="none" dirty="0">
                <a:solidFill>
                  <a:srgbClr val="000000"/>
                </a:solidFill>
                <a:latin typeface="Noto Sans TC"/>
                <a:ea typeface="Noto Sans TC"/>
                <a:cs typeface="Noto Sans TC"/>
                <a:sym typeface="Noto Sans TC"/>
              </a:rPr>
              <a:t>什麼是</a:t>
            </a:r>
            <a:r>
              <a:rPr lang="en-US" sz="2000" b="1" i="0" u="none" strike="noStrike" cap="none" dirty="0">
                <a:solidFill>
                  <a:srgbClr val="000000"/>
                </a:solidFill>
                <a:latin typeface="Noto Sans TC"/>
                <a:ea typeface="Noto Sans TC"/>
                <a:cs typeface="Noto Sans TC"/>
                <a:sym typeface="Noto Sans TC"/>
              </a:rPr>
              <a:t>ASK David</a:t>
            </a:r>
            <a:r>
              <a:rPr lang="zh-TW" altLang="en-US" sz="2000" b="1" i="0" u="none" strike="noStrike" cap="none" dirty="0">
                <a:solidFill>
                  <a:srgbClr val="000000"/>
                </a:solidFill>
                <a:latin typeface="Noto Sans TC"/>
                <a:ea typeface="Noto Sans TC"/>
                <a:cs typeface="Noto Sans TC"/>
                <a:sym typeface="Noto Sans TC"/>
              </a:rPr>
              <a:t> </a:t>
            </a:r>
            <a:r>
              <a:rPr lang="en-US" altLang="zh-TW" sz="2000" b="1" i="0" u="none" strike="noStrike" cap="none" dirty="0">
                <a:solidFill>
                  <a:srgbClr val="000000"/>
                </a:solidFill>
                <a:latin typeface="Noto Sans TC"/>
                <a:ea typeface="Noto Sans TC"/>
                <a:cs typeface="Noto Sans TC"/>
                <a:sym typeface="Noto Sans TC"/>
              </a:rPr>
              <a:t>?</a:t>
            </a:r>
            <a:r>
              <a:rPr lang="en-US" sz="2000" b="0" i="0" u="none" strike="noStrike" cap="none" dirty="0">
                <a:solidFill>
                  <a:srgbClr val="000000"/>
                </a:solidFill>
                <a:latin typeface="Noto Sans TC"/>
                <a:ea typeface="Noto Sans TC"/>
                <a:cs typeface="Noto Sans TC"/>
                <a:sym typeface="Noto Sans TC"/>
              </a:rPr>
              <a:t> </a:t>
            </a:r>
            <a:r>
              <a:rPr lang="en-US" sz="2000" b="0" i="0" u="none" strike="noStrike" cap="none" dirty="0" err="1">
                <a:solidFill>
                  <a:srgbClr val="000000"/>
                </a:solidFill>
                <a:latin typeface="Noto Sans TC"/>
                <a:ea typeface="Noto Sans TC"/>
                <a:cs typeface="Noto Sans TC"/>
                <a:sym typeface="Noto Sans TC"/>
              </a:rPr>
              <a:t>五大核心能力</a:t>
            </a:r>
            <a:r>
              <a:rPr lang="en-US" sz="2000" b="0" i="0" u="none" strike="noStrike" cap="none" dirty="0">
                <a:solidFill>
                  <a:srgbClr val="000000"/>
                </a:solidFill>
                <a:latin typeface="Noto Sans TC"/>
                <a:ea typeface="Noto Sans TC"/>
                <a:cs typeface="Noto Sans TC"/>
                <a:sym typeface="Noto Sans TC"/>
              </a:rPr>
              <a:t> D.A.V.I.D.</a:t>
            </a:r>
            <a:endParaRPr sz="2000" dirty="0"/>
          </a:p>
        </p:txBody>
      </p:sp>
      <p:sp>
        <p:nvSpPr>
          <p:cNvPr id="20" name="Google Shape;106;p14">
            <a:extLst>
              <a:ext uri="{FF2B5EF4-FFF2-40B4-BE49-F238E27FC236}">
                <a16:creationId xmlns:a16="http://schemas.microsoft.com/office/drawing/2014/main" id="{9555DD4C-8B44-2E2C-1D39-CEE345964B1A}"/>
              </a:ext>
            </a:extLst>
          </p:cNvPr>
          <p:cNvSpPr txBox="1"/>
          <p:nvPr/>
        </p:nvSpPr>
        <p:spPr>
          <a:xfrm>
            <a:off x="1438972" y="2220999"/>
            <a:ext cx="6640708"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000" b="1" i="0" u="none" strike="noStrike" cap="none" dirty="0" err="1">
                <a:solidFill>
                  <a:srgbClr val="000000"/>
                </a:solidFill>
                <a:latin typeface="Noto Sans TC"/>
                <a:ea typeface="Noto Sans TC"/>
                <a:cs typeface="Noto Sans TC"/>
                <a:sym typeface="Noto Sans TC"/>
              </a:rPr>
              <a:t>痛點解析</a:t>
            </a:r>
            <a:r>
              <a:rPr lang="en-US" sz="2000" b="1" i="0" u="none" strike="noStrike" cap="none" dirty="0">
                <a:solidFill>
                  <a:srgbClr val="000000"/>
                </a:solidFill>
                <a:latin typeface="Noto Sans TC"/>
                <a:ea typeface="Noto Sans TC"/>
                <a:cs typeface="Noto Sans TC"/>
                <a:sym typeface="Noto Sans TC"/>
              </a:rPr>
              <a:t>：</a:t>
            </a:r>
            <a:r>
              <a:rPr lang="en-US" sz="2000" b="0" i="0" u="none" strike="noStrike" cap="none" dirty="0">
                <a:solidFill>
                  <a:srgbClr val="000000"/>
                </a:solidFill>
                <a:latin typeface="Noto Sans TC"/>
                <a:ea typeface="Noto Sans TC"/>
                <a:cs typeface="Noto Sans TC"/>
                <a:sym typeface="Noto Sans TC"/>
              </a:rPr>
              <a:t> </a:t>
            </a:r>
            <a:r>
              <a:rPr lang="en-US" sz="2000" b="0" i="0" u="none" strike="noStrike" cap="none" dirty="0" err="1">
                <a:solidFill>
                  <a:srgbClr val="000000"/>
                </a:solidFill>
                <a:latin typeface="Noto Sans TC"/>
                <a:ea typeface="Noto Sans TC"/>
                <a:cs typeface="Noto Sans TC"/>
                <a:sym typeface="Noto Sans TC"/>
              </a:rPr>
              <a:t>投研團隊與資訊維運的</a:t>
            </a:r>
            <a:r>
              <a:rPr lang="zh-TW" altLang="en-US" sz="2000" b="0" i="0" u="none" strike="noStrike" cap="none" dirty="0">
                <a:solidFill>
                  <a:srgbClr val="000000"/>
                </a:solidFill>
                <a:latin typeface="Noto Sans TC"/>
                <a:ea typeface="Noto Sans TC"/>
                <a:cs typeface="Noto Sans TC"/>
                <a:sym typeface="Noto Sans TC"/>
              </a:rPr>
              <a:t>共性</a:t>
            </a:r>
            <a:r>
              <a:rPr lang="en-US" sz="2000" b="0" i="0" u="none" strike="noStrike" cap="none" dirty="0" err="1">
                <a:solidFill>
                  <a:srgbClr val="000000"/>
                </a:solidFill>
                <a:latin typeface="Noto Sans TC"/>
                <a:ea typeface="Noto Sans TC"/>
                <a:cs typeface="Noto Sans TC"/>
                <a:sym typeface="Noto Sans TC"/>
              </a:rPr>
              <a:t>難題</a:t>
            </a:r>
            <a:endParaRPr sz="2000" dirty="0"/>
          </a:p>
        </p:txBody>
      </p:sp>
      <p:sp>
        <p:nvSpPr>
          <p:cNvPr id="21" name="Google Shape;107;p14">
            <a:extLst>
              <a:ext uri="{FF2B5EF4-FFF2-40B4-BE49-F238E27FC236}">
                <a16:creationId xmlns:a16="http://schemas.microsoft.com/office/drawing/2014/main" id="{38540FB7-8D79-E8FE-186D-D19AE2E6D7C4}"/>
              </a:ext>
            </a:extLst>
          </p:cNvPr>
          <p:cNvSpPr txBox="1"/>
          <p:nvPr/>
        </p:nvSpPr>
        <p:spPr>
          <a:xfrm>
            <a:off x="1438972" y="2886849"/>
            <a:ext cx="6678418"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000" b="1" dirty="0" err="1">
                <a:latin typeface="Noto Sans TC"/>
                <a:ea typeface="Noto Sans TC"/>
                <a:cs typeface="Noto Sans TC"/>
                <a:sym typeface="Noto Sans TC"/>
              </a:rPr>
              <a:t>技術解密</a:t>
            </a:r>
            <a:r>
              <a:rPr lang="en-US" sz="2000" b="1" i="0" u="none" strike="noStrike" cap="none" dirty="0">
                <a:solidFill>
                  <a:srgbClr val="000000"/>
                </a:solidFill>
                <a:latin typeface="Noto Sans TC"/>
                <a:ea typeface="Noto Sans TC"/>
                <a:cs typeface="Noto Sans TC"/>
                <a:sym typeface="Noto Sans TC"/>
              </a:rPr>
              <a:t>：</a:t>
            </a:r>
            <a:r>
              <a:rPr lang="en-US" sz="2000" b="0" i="0" u="none" strike="noStrike" cap="none" dirty="0">
                <a:solidFill>
                  <a:srgbClr val="000000"/>
                </a:solidFill>
                <a:latin typeface="Noto Sans TC"/>
                <a:ea typeface="Noto Sans TC"/>
                <a:cs typeface="Noto Sans TC"/>
                <a:sym typeface="Noto Sans TC"/>
              </a:rPr>
              <a:t> </a:t>
            </a:r>
            <a:r>
              <a:rPr lang="en-US" sz="2000" b="0" i="0" u="none" strike="noStrike" cap="none" dirty="0" err="1">
                <a:solidFill>
                  <a:srgbClr val="000000"/>
                </a:solidFill>
                <a:latin typeface="Noto Sans TC"/>
                <a:ea typeface="Noto Sans TC"/>
                <a:cs typeface="Noto Sans TC"/>
                <a:sym typeface="Noto Sans TC"/>
              </a:rPr>
              <a:t>多代理協作與專家審核</a:t>
            </a:r>
            <a:r>
              <a:rPr lang="en-US" sz="2000" b="0" i="0" u="none" strike="noStrike" cap="none" dirty="0">
                <a:solidFill>
                  <a:srgbClr val="000000"/>
                </a:solidFill>
                <a:latin typeface="Noto Sans TC"/>
                <a:ea typeface="Noto Sans TC"/>
                <a:cs typeface="Noto Sans TC"/>
                <a:sym typeface="Noto Sans TC"/>
              </a:rPr>
              <a:t> (HITL)</a:t>
            </a:r>
            <a:endParaRPr sz="2000" dirty="0"/>
          </a:p>
        </p:txBody>
      </p:sp>
      <p:sp>
        <p:nvSpPr>
          <p:cNvPr id="22" name="Google Shape;108;p14">
            <a:extLst>
              <a:ext uri="{FF2B5EF4-FFF2-40B4-BE49-F238E27FC236}">
                <a16:creationId xmlns:a16="http://schemas.microsoft.com/office/drawing/2014/main" id="{2D581459-0174-118D-6D0E-C97F07F9E631}"/>
              </a:ext>
            </a:extLst>
          </p:cNvPr>
          <p:cNvSpPr txBox="1"/>
          <p:nvPr/>
        </p:nvSpPr>
        <p:spPr>
          <a:xfrm>
            <a:off x="1438972" y="3620662"/>
            <a:ext cx="7808659"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000" b="1" i="0" u="none" strike="noStrike" cap="none" dirty="0" err="1">
                <a:solidFill>
                  <a:srgbClr val="000000"/>
                </a:solidFill>
                <a:latin typeface="Noto Sans TC"/>
                <a:ea typeface="Noto Sans TC"/>
                <a:cs typeface="Noto Sans TC"/>
                <a:sym typeface="Noto Sans TC"/>
              </a:rPr>
              <a:t>深度對比</a:t>
            </a:r>
            <a:r>
              <a:rPr lang="en-US" sz="2000" b="1" i="0" u="none" strike="noStrike" cap="none" dirty="0">
                <a:solidFill>
                  <a:srgbClr val="000000"/>
                </a:solidFill>
                <a:latin typeface="Noto Sans TC"/>
                <a:ea typeface="Noto Sans TC"/>
                <a:cs typeface="Noto Sans TC"/>
                <a:sym typeface="Noto Sans TC"/>
              </a:rPr>
              <a:t>：</a:t>
            </a:r>
            <a:r>
              <a:rPr lang="en-US" sz="2000" b="0" i="0" u="none" strike="noStrike" cap="none" dirty="0">
                <a:solidFill>
                  <a:srgbClr val="000000"/>
                </a:solidFill>
                <a:latin typeface="Noto Sans TC"/>
                <a:ea typeface="Noto Sans TC"/>
                <a:cs typeface="Noto Sans TC"/>
                <a:sym typeface="Noto Sans TC"/>
              </a:rPr>
              <a:t> </a:t>
            </a:r>
            <a:r>
              <a:rPr lang="en-US" sz="2000" b="0" i="0" u="none" strike="noStrike" cap="none" dirty="0" err="1">
                <a:solidFill>
                  <a:srgbClr val="000000"/>
                </a:solidFill>
                <a:latin typeface="Noto Sans TC"/>
                <a:ea typeface="Noto Sans TC"/>
                <a:cs typeface="Noto Sans TC"/>
                <a:sym typeface="Noto Sans TC"/>
              </a:rPr>
              <a:t>為什麼</a:t>
            </a:r>
            <a:r>
              <a:rPr lang="en-US" sz="2000" b="0" i="0" u="none" strike="noStrike" cap="none" dirty="0">
                <a:solidFill>
                  <a:srgbClr val="000000"/>
                </a:solidFill>
                <a:latin typeface="Noto Sans TC"/>
                <a:ea typeface="Noto Sans TC"/>
                <a:cs typeface="Noto Sans TC"/>
                <a:sym typeface="Noto Sans TC"/>
              </a:rPr>
              <a:t> ASK David </a:t>
            </a:r>
            <a:r>
              <a:rPr lang="en-US" sz="2000" b="0" i="0" u="none" strike="noStrike" cap="none" dirty="0" err="1">
                <a:solidFill>
                  <a:srgbClr val="000000"/>
                </a:solidFill>
                <a:latin typeface="Noto Sans TC"/>
                <a:ea typeface="Noto Sans TC"/>
                <a:cs typeface="Noto Sans TC"/>
                <a:sym typeface="Noto Sans TC"/>
              </a:rPr>
              <a:t>才是金融決策首選</a:t>
            </a:r>
            <a:r>
              <a:rPr lang="en-US" sz="2000" b="0" i="0" u="none" strike="noStrike" cap="none" dirty="0">
                <a:solidFill>
                  <a:srgbClr val="000000"/>
                </a:solidFill>
                <a:latin typeface="Noto Sans TC"/>
                <a:ea typeface="Noto Sans TC"/>
                <a:cs typeface="Noto Sans TC"/>
                <a:sym typeface="Noto Sans TC"/>
              </a:rPr>
              <a:t>？</a:t>
            </a:r>
            <a:endParaRPr sz="2000" dirty="0"/>
          </a:p>
        </p:txBody>
      </p:sp>
      <p:sp>
        <p:nvSpPr>
          <p:cNvPr id="23" name="Google Shape;109;p14">
            <a:extLst>
              <a:ext uri="{FF2B5EF4-FFF2-40B4-BE49-F238E27FC236}">
                <a16:creationId xmlns:a16="http://schemas.microsoft.com/office/drawing/2014/main" id="{CD9C9828-44FF-D50E-BD1B-D1F4D5D6BA2A}"/>
              </a:ext>
            </a:extLst>
          </p:cNvPr>
          <p:cNvSpPr txBox="1"/>
          <p:nvPr/>
        </p:nvSpPr>
        <p:spPr>
          <a:xfrm>
            <a:off x="1438972" y="4315987"/>
            <a:ext cx="7687558"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000" b="1" i="0" u="none" strike="noStrike" cap="none" dirty="0" err="1">
                <a:solidFill>
                  <a:srgbClr val="000000"/>
                </a:solidFill>
                <a:latin typeface="Noto Sans TC"/>
                <a:ea typeface="Noto Sans TC"/>
                <a:cs typeface="Noto Sans TC"/>
                <a:sym typeface="Noto Sans TC"/>
              </a:rPr>
              <a:t>本行延伸</a:t>
            </a:r>
            <a:r>
              <a:rPr lang="zh-TW" altLang="en-US" sz="2000" b="1" i="0" u="none" strike="noStrike" cap="none" dirty="0">
                <a:solidFill>
                  <a:srgbClr val="000000"/>
                </a:solidFill>
                <a:latin typeface="Noto Sans TC"/>
                <a:ea typeface="Noto Sans TC"/>
                <a:cs typeface="Noto Sans TC"/>
                <a:sym typeface="Noto Sans TC"/>
              </a:rPr>
              <a:t>運用</a:t>
            </a:r>
            <a:r>
              <a:rPr lang="en-US" sz="2000" b="1" i="0" u="none" strike="noStrike" cap="none" dirty="0">
                <a:solidFill>
                  <a:srgbClr val="000000"/>
                </a:solidFill>
                <a:latin typeface="Noto Sans TC"/>
                <a:ea typeface="Noto Sans TC"/>
                <a:cs typeface="Noto Sans TC"/>
                <a:sym typeface="Noto Sans TC"/>
              </a:rPr>
              <a:t>：</a:t>
            </a:r>
            <a:r>
              <a:rPr lang="en-US" sz="2000" b="0" i="0" u="none" strike="noStrike" cap="none" dirty="0">
                <a:solidFill>
                  <a:srgbClr val="000000"/>
                </a:solidFill>
                <a:latin typeface="Noto Sans TC"/>
                <a:ea typeface="Noto Sans TC"/>
                <a:cs typeface="Noto Sans TC"/>
                <a:sym typeface="Noto Sans TC"/>
              </a:rPr>
              <a:t> IT </a:t>
            </a:r>
            <a:r>
              <a:rPr lang="en-US" sz="2000" b="0" i="0" u="none" strike="noStrike" cap="none" dirty="0" err="1">
                <a:solidFill>
                  <a:srgbClr val="000000"/>
                </a:solidFill>
                <a:latin typeface="Noto Sans TC"/>
                <a:ea typeface="Noto Sans TC"/>
                <a:cs typeface="Noto Sans TC"/>
                <a:sym typeface="Noto Sans TC"/>
              </a:rPr>
              <a:t>系統邏輯查找與日常維運診斷</a:t>
            </a:r>
            <a:r>
              <a:rPr lang="en-US" sz="2000" b="0" i="0" u="none" strike="noStrike" cap="none" dirty="0">
                <a:solidFill>
                  <a:srgbClr val="000000"/>
                </a:solidFill>
                <a:latin typeface="Noto Sans TC"/>
                <a:ea typeface="Noto Sans TC"/>
                <a:cs typeface="Noto Sans TC"/>
                <a:sym typeface="Noto Sans TC"/>
              </a:rPr>
              <a:t> Agent</a:t>
            </a:r>
            <a:endParaRPr sz="2000" dirty="0"/>
          </a:p>
        </p:txBody>
      </p:sp>
      <p:pic>
        <p:nvPicPr>
          <p:cNvPr id="24" name="Google Shape;98;p14" descr="image.png">
            <a:extLst>
              <a:ext uri="{FF2B5EF4-FFF2-40B4-BE49-F238E27FC236}">
                <a16:creationId xmlns:a16="http://schemas.microsoft.com/office/drawing/2014/main" id="{D3BF18AC-E490-B670-7529-C0337EB3FC78}"/>
              </a:ext>
            </a:extLst>
          </p:cNvPr>
          <p:cNvPicPr preferRelativeResize="0"/>
          <p:nvPr/>
        </p:nvPicPr>
        <p:blipFill rotWithShape="1">
          <a:blip r:embed="rId6">
            <a:alphaModFix/>
          </a:blip>
          <a:srcRect/>
          <a:stretch/>
        </p:blipFill>
        <p:spPr>
          <a:xfrm>
            <a:off x="867472" y="2139524"/>
            <a:ext cx="381000" cy="381000"/>
          </a:xfrm>
          <a:prstGeom prst="rect">
            <a:avLst/>
          </a:prstGeom>
          <a:noFill/>
          <a:ln>
            <a:noFill/>
          </a:ln>
        </p:spPr>
      </p:pic>
    </p:spTree>
    <p:extLst>
      <p:ext uri="{BB962C8B-B14F-4D97-AF65-F5344CB8AC3E}">
        <p14:creationId xmlns:p14="http://schemas.microsoft.com/office/powerpoint/2010/main" val="3653076590"/>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C3F22D-6865-F5A3-D4DB-55CA97B86876}"/>
            </a:ext>
          </a:extLst>
        </p:cNvPr>
        <p:cNvGrpSpPr/>
        <p:nvPr/>
      </p:nvGrpSpPr>
      <p:grpSpPr>
        <a:xfrm>
          <a:off x="0" y="0"/>
          <a:ext cx="0" cy="0"/>
          <a:chOff x="0" y="0"/>
          <a:chExt cx="0" cy="0"/>
        </a:xfrm>
      </p:grpSpPr>
      <p:sp>
        <p:nvSpPr>
          <p:cNvPr id="5" name="Google Shape;117;p15">
            <a:extLst>
              <a:ext uri="{FF2B5EF4-FFF2-40B4-BE49-F238E27FC236}">
                <a16:creationId xmlns:a16="http://schemas.microsoft.com/office/drawing/2014/main" id="{941146ED-6B8D-7E6E-ECB9-001F25CDC3F7}"/>
              </a:ext>
            </a:extLst>
          </p:cNvPr>
          <p:cNvSpPr txBox="1">
            <a:spLocks noGrp="1"/>
          </p:cNvSpPr>
          <p:nvPr>
            <p:ph type="title"/>
          </p:nvPr>
        </p:nvSpPr>
        <p:spPr>
          <a:xfrm>
            <a:off x="283058" y="284859"/>
            <a:ext cx="11117263" cy="461665"/>
          </a:xfrm>
          <a:prstGeom prst="rect">
            <a:avLst/>
          </a:prstGeom>
          <a:noFill/>
          <a:ln>
            <a:noFill/>
          </a:ln>
        </p:spPr>
        <p:txBody>
          <a:bodyPr spcFirstLastPara="1" wrap="square" lIns="0" tIns="0" rIns="0" bIns="0" anchor="t" anchorCtr="0">
            <a:spAutoFit/>
          </a:bodyPr>
          <a:lstStyle/>
          <a:p>
            <a:pPr marL="0" marR="0" lvl="0" indent="0">
              <a:spcBef>
                <a:spcPts val="0"/>
              </a:spcBef>
              <a:spcAft>
                <a:spcPts val="0"/>
              </a:spcAft>
              <a:buNone/>
            </a:pPr>
            <a:r>
              <a:rPr lang="en-US" altLang="zh-TW" sz="3000" b="1" dirty="0">
                <a:solidFill>
                  <a:srgbClr val="001A3D"/>
                </a:solidFill>
                <a:latin typeface="Noto Sans TC"/>
                <a:ea typeface="Noto Sans TC"/>
                <a:sym typeface="Noto Sans TC"/>
              </a:rPr>
              <a:t>1</a:t>
            </a:r>
            <a:r>
              <a:rPr lang="en-US" sz="3000" b="1" dirty="0">
                <a:solidFill>
                  <a:srgbClr val="001A3D"/>
                </a:solidFill>
                <a:latin typeface="Noto Sans TC"/>
                <a:ea typeface="Noto Sans TC"/>
                <a:sym typeface="Noto Sans TC"/>
              </a:rPr>
              <a:t>. </a:t>
            </a:r>
            <a:r>
              <a:rPr lang="en-US" sz="3000" b="1" dirty="0" err="1">
                <a:solidFill>
                  <a:srgbClr val="001A3D"/>
                </a:solidFill>
                <a:latin typeface="Noto Sans TC"/>
                <a:ea typeface="Noto Sans TC"/>
                <a:sym typeface="Noto Sans TC"/>
              </a:rPr>
              <a:t>什麼是</a:t>
            </a:r>
            <a:r>
              <a:rPr lang="en-US" sz="3000" b="1" dirty="0">
                <a:solidFill>
                  <a:srgbClr val="001A3D"/>
                </a:solidFill>
                <a:latin typeface="Noto Sans TC"/>
                <a:ea typeface="Noto Sans TC"/>
                <a:sym typeface="Noto Sans TC"/>
              </a:rPr>
              <a:t> ASK David？(1/1)</a:t>
            </a:r>
            <a:endParaRPr sz="3000" b="1" dirty="0">
              <a:solidFill>
                <a:srgbClr val="001A3D"/>
              </a:solidFill>
              <a:latin typeface="Noto Sans TC"/>
              <a:ea typeface="Noto Sans TC"/>
            </a:endParaRPr>
          </a:p>
        </p:txBody>
      </p:sp>
      <p:pic>
        <p:nvPicPr>
          <p:cNvPr id="6" name="Google Shape;108;p15" descr="image.png">
            <a:extLst>
              <a:ext uri="{FF2B5EF4-FFF2-40B4-BE49-F238E27FC236}">
                <a16:creationId xmlns:a16="http://schemas.microsoft.com/office/drawing/2014/main" id="{09093CCE-7505-67FB-BC74-008EFA87B359}"/>
              </a:ext>
            </a:extLst>
          </p:cNvPr>
          <p:cNvPicPr preferRelativeResize="0"/>
          <p:nvPr/>
        </p:nvPicPr>
        <p:blipFill rotWithShape="1">
          <a:blip r:embed="rId2">
            <a:alphaModFix/>
          </a:blip>
          <a:srcRect/>
          <a:stretch/>
        </p:blipFill>
        <p:spPr>
          <a:xfrm>
            <a:off x="398946" y="2201319"/>
            <a:ext cx="2095500" cy="1590675"/>
          </a:xfrm>
          <a:prstGeom prst="rect">
            <a:avLst/>
          </a:prstGeom>
          <a:noFill/>
          <a:ln>
            <a:noFill/>
          </a:ln>
        </p:spPr>
      </p:pic>
      <p:pic>
        <p:nvPicPr>
          <p:cNvPr id="7" name="Google Shape;109;p15" descr="image.png">
            <a:extLst>
              <a:ext uri="{FF2B5EF4-FFF2-40B4-BE49-F238E27FC236}">
                <a16:creationId xmlns:a16="http://schemas.microsoft.com/office/drawing/2014/main" id="{7DF08FE7-816F-0B0B-7C2E-125C88ACC7E7}"/>
              </a:ext>
            </a:extLst>
          </p:cNvPr>
          <p:cNvPicPr preferRelativeResize="0"/>
          <p:nvPr/>
        </p:nvPicPr>
        <p:blipFill rotWithShape="1">
          <a:blip r:embed="rId3">
            <a:alphaModFix/>
          </a:blip>
          <a:srcRect/>
          <a:stretch/>
        </p:blipFill>
        <p:spPr>
          <a:xfrm>
            <a:off x="2637321" y="2201319"/>
            <a:ext cx="2095500" cy="1590675"/>
          </a:xfrm>
          <a:prstGeom prst="rect">
            <a:avLst/>
          </a:prstGeom>
          <a:noFill/>
          <a:ln>
            <a:noFill/>
          </a:ln>
        </p:spPr>
      </p:pic>
      <p:pic>
        <p:nvPicPr>
          <p:cNvPr id="8" name="Google Shape;110;p15" descr="image.png">
            <a:extLst>
              <a:ext uri="{FF2B5EF4-FFF2-40B4-BE49-F238E27FC236}">
                <a16:creationId xmlns:a16="http://schemas.microsoft.com/office/drawing/2014/main" id="{A6AFC088-A52A-A27B-281B-3131E707C38F}"/>
              </a:ext>
            </a:extLst>
          </p:cNvPr>
          <p:cNvPicPr preferRelativeResize="0"/>
          <p:nvPr/>
        </p:nvPicPr>
        <p:blipFill rotWithShape="1">
          <a:blip r:embed="rId4">
            <a:alphaModFix/>
          </a:blip>
          <a:srcRect/>
          <a:stretch/>
        </p:blipFill>
        <p:spPr>
          <a:xfrm>
            <a:off x="4875696" y="2201319"/>
            <a:ext cx="2095500" cy="1590675"/>
          </a:xfrm>
          <a:prstGeom prst="rect">
            <a:avLst/>
          </a:prstGeom>
          <a:noFill/>
          <a:ln>
            <a:noFill/>
          </a:ln>
        </p:spPr>
      </p:pic>
      <p:pic>
        <p:nvPicPr>
          <p:cNvPr id="9" name="Google Shape;111;p15" descr="image.png">
            <a:extLst>
              <a:ext uri="{FF2B5EF4-FFF2-40B4-BE49-F238E27FC236}">
                <a16:creationId xmlns:a16="http://schemas.microsoft.com/office/drawing/2014/main" id="{E310D206-4CAF-AA61-DB7B-770C10B15C23}"/>
              </a:ext>
            </a:extLst>
          </p:cNvPr>
          <p:cNvPicPr preferRelativeResize="0"/>
          <p:nvPr/>
        </p:nvPicPr>
        <p:blipFill rotWithShape="1">
          <a:blip r:embed="rId5">
            <a:alphaModFix/>
          </a:blip>
          <a:srcRect/>
          <a:stretch/>
        </p:blipFill>
        <p:spPr>
          <a:xfrm>
            <a:off x="7114071" y="2201319"/>
            <a:ext cx="2095500" cy="1590675"/>
          </a:xfrm>
          <a:prstGeom prst="rect">
            <a:avLst/>
          </a:prstGeom>
          <a:noFill/>
          <a:ln>
            <a:noFill/>
          </a:ln>
        </p:spPr>
      </p:pic>
      <p:pic>
        <p:nvPicPr>
          <p:cNvPr id="10" name="Google Shape;112;p15" descr="image.png">
            <a:extLst>
              <a:ext uri="{FF2B5EF4-FFF2-40B4-BE49-F238E27FC236}">
                <a16:creationId xmlns:a16="http://schemas.microsoft.com/office/drawing/2014/main" id="{3C8C637A-4B29-72C8-1AA5-90EB03DCD676}"/>
              </a:ext>
            </a:extLst>
          </p:cNvPr>
          <p:cNvPicPr preferRelativeResize="0"/>
          <p:nvPr/>
        </p:nvPicPr>
        <p:blipFill rotWithShape="1">
          <a:blip r:embed="rId2">
            <a:alphaModFix/>
          </a:blip>
          <a:srcRect/>
          <a:stretch/>
        </p:blipFill>
        <p:spPr>
          <a:xfrm>
            <a:off x="9352446" y="2201319"/>
            <a:ext cx="2095500" cy="1590675"/>
          </a:xfrm>
          <a:prstGeom prst="rect">
            <a:avLst/>
          </a:prstGeom>
          <a:noFill/>
          <a:ln>
            <a:noFill/>
          </a:ln>
        </p:spPr>
      </p:pic>
      <p:pic>
        <p:nvPicPr>
          <p:cNvPr id="11" name="Google Shape;113;p15" descr="image.png">
            <a:extLst>
              <a:ext uri="{FF2B5EF4-FFF2-40B4-BE49-F238E27FC236}">
                <a16:creationId xmlns:a16="http://schemas.microsoft.com/office/drawing/2014/main" id="{5E90F6DB-A171-F608-042D-8310D6130BD0}"/>
              </a:ext>
            </a:extLst>
          </p:cNvPr>
          <p:cNvPicPr preferRelativeResize="0"/>
          <p:nvPr/>
        </p:nvPicPr>
        <p:blipFill rotWithShape="1">
          <a:blip r:embed="rId6">
            <a:alphaModFix/>
          </a:blip>
          <a:srcRect/>
          <a:stretch/>
        </p:blipFill>
        <p:spPr>
          <a:xfrm>
            <a:off x="398946" y="4220619"/>
            <a:ext cx="5429250" cy="1104900"/>
          </a:xfrm>
          <a:prstGeom prst="rect">
            <a:avLst/>
          </a:prstGeom>
          <a:noFill/>
          <a:ln>
            <a:noFill/>
          </a:ln>
        </p:spPr>
      </p:pic>
      <p:pic>
        <p:nvPicPr>
          <p:cNvPr id="12" name="Google Shape;114;p15" descr="image.png">
            <a:extLst>
              <a:ext uri="{FF2B5EF4-FFF2-40B4-BE49-F238E27FC236}">
                <a16:creationId xmlns:a16="http://schemas.microsoft.com/office/drawing/2014/main" id="{6036800F-98B8-218C-0E58-076E597F3506}"/>
              </a:ext>
            </a:extLst>
          </p:cNvPr>
          <p:cNvPicPr preferRelativeResize="0"/>
          <p:nvPr/>
        </p:nvPicPr>
        <p:blipFill rotWithShape="1">
          <a:blip r:embed="rId6">
            <a:alphaModFix/>
          </a:blip>
          <a:srcRect/>
          <a:stretch/>
        </p:blipFill>
        <p:spPr>
          <a:xfrm>
            <a:off x="6018696" y="4220619"/>
            <a:ext cx="5429250" cy="1104900"/>
          </a:xfrm>
          <a:prstGeom prst="rect">
            <a:avLst/>
          </a:prstGeom>
          <a:noFill/>
          <a:ln>
            <a:noFill/>
          </a:ln>
        </p:spPr>
      </p:pic>
      <p:sp>
        <p:nvSpPr>
          <p:cNvPr id="13" name="Google Shape;117;p15">
            <a:extLst>
              <a:ext uri="{FF2B5EF4-FFF2-40B4-BE49-F238E27FC236}">
                <a16:creationId xmlns:a16="http://schemas.microsoft.com/office/drawing/2014/main" id="{FF4EFEB3-5667-273E-5349-CBDFFD89A96E}"/>
              </a:ext>
            </a:extLst>
          </p:cNvPr>
          <p:cNvSpPr txBox="1"/>
          <p:nvPr/>
        </p:nvSpPr>
        <p:spPr>
          <a:xfrm>
            <a:off x="398946" y="1458369"/>
            <a:ext cx="11049000" cy="314325"/>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650" b="1" i="0" u="none" strike="noStrike" cap="none" dirty="0" err="1">
                <a:solidFill>
                  <a:srgbClr val="002C77"/>
                </a:solidFill>
                <a:latin typeface="Noto Sans TC"/>
                <a:ea typeface="Noto Sans TC"/>
                <a:cs typeface="Noto Sans TC"/>
                <a:sym typeface="Noto Sans TC"/>
              </a:rPr>
              <a:t>它不是傳統的對話機器人，而是整合五大能力的「特定領域智慧助理</a:t>
            </a:r>
            <a:r>
              <a:rPr lang="en-US" sz="1650" b="1" i="0" u="none" strike="noStrike" cap="none" dirty="0">
                <a:solidFill>
                  <a:srgbClr val="002C77"/>
                </a:solidFill>
                <a:latin typeface="Noto Sans TC"/>
                <a:ea typeface="Noto Sans TC"/>
                <a:cs typeface="Noto Sans TC"/>
                <a:sym typeface="Noto Sans TC"/>
              </a:rPr>
              <a:t>」</a:t>
            </a:r>
            <a:endParaRPr dirty="0"/>
          </a:p>
        </p:txBody>
      </p:sp>
      <p:pic>
        <p:nvPicPr>
          <p:cNvPr id="14" name="Google Shape;118;p15" descr="image.png">
            <a:extLst>
              <a:ext uri="{FF2B5EF4-FFF2-40B4-BE49-F238E27FC236}">
                <a16:creationId xmlns:a16="http://schemas.microsoft.com/office/drawing/2014/main" id="{CEAA0F0D-8D4D-4849-70F0-1D48B927841B}"/>
              </a:ext>
            </a:extLst>
          </p:cNvPr>
          <p:cNvPicPr preferRelativeResize="0"/>
          <p:nvPr/>
        </p:nvPicPr>
        <p:blipFill rotWithShape="1">
          <a:blip r:embed="rId7">
            <a:alphaModFix/>
          </a:blip>
          <a:srcRect/>
          <a:stretch/>
        </p:blipFill>
        <p:spPr>
          <a:xfrm>
            <a:off x="1294296" y="2391819"/>
            <a:ext cx="304800" cy="342900"/>
          </a:xfrm>
          <a:prstGeom prst="rect">
            <a:avLst/>
          </a:prstGeom>
          <a:noFill/>
          <a:ln>
            <a:noFill/>
          </a:ln>
        </p:spPr>
      </p:pic>
      <p:sp>
        <p:nvSpPr>
          <p:cNvPr id="15" name="Google Shape;119;p15">
            <a:extLst>
              <a:ext uri="{FF2B5EF4-FFF2-40B4-BE49-F238E27FC236}">
                <a16:creationId xmlns:a16="http://schemas.microsoft.com/office/drawing/2014/main" id="{32424D4E-EF9C-3B7E-1BB8-C600128BD15A}"/>
              </a:ext>
            </a:extLst>
          </p:cNvPr>
          <p:cNvSpPr txBox="1"/>
          <p:nvPr/>
        </p:nvSpPr>
        <p:spPr>
          <a:xfrm>
            <a:off x="446571" y="2896644"/>
            <a:ext cx="2000250" cy="207749"/>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350" b="1" i="0" u="none" strike="noStrike" cap="none" dirty="0">
                <a:solidFill>
                  <a:srgbClr val="002C77"/>
                </a:solidFill>
                <a:latin typeface="Noto Sans TC"/>
                <a:ea typeface="Noto Sans TC"/>
                <a:cs typeface="Noto Sans TC"/>
                <a:sym typeface="Noto Sans TC"/>
              </a:rPr>
              <a:t>Data</a:t>
            </a:r>
            <a:r>
              <a:rPr lang="en-US" altLang="zh-TW" sz="1350" b="1" i="0" u="none" strike="noStrike" cap="none" dirty="0">
                <a:solidFill>
                  <a:srgbClr val="002C77"/>
                </a:solidFill>
                <a:latin typeface="Noto Sans TC"/>
                <a:ea typeface="Noto Sans TC"/>
                <a:cs typeface="Noto Sans TC"/>
                <a:sym typeface="Noto Sans TC"/>
              </a:rPr>
              <a:t>(</a:t>
            </a:r>
            <a:r>
              <a:rPr lang="zh-TW" altLang="en-US" sz="1350" b="1" i="0" u="none" strike="noStrike" cap="none" dirty="0">
                <a:solidFill>
                  <a:srgbClr val="002C77"/>
                </a:solidFill>
                <a:latin typeface="Noto Sans TC"/>
                <a:ea typeface="Noto Sans TC"/>
                <a:cs typeface="Noto Sans TC"/>
                <a:sym typeface="Noto Sans TC"/>
              </a:rPr>
              <a:t>資料</a:t>
            </a:r>
            <a:r>
              <a:rPr lang="en-US" altLang="zh-TW" sz="1350" b="1" i="0" u="none" strike="noStrike" cap="none" dirty="0">
                <a:solidFill>
                  <a:srgbClr val="002C77"/>
                </a:solidFill>
                <a:latin typeface="Noto Sans TC"/>
                <a:ea typeface="Noto Sans TC"/>
                <a:cs typeface="Noto Sans TC"/>
                <a:sym typeface="Noto Sans TC"/>
              </a:rPr>
              <a:t>)</a:t>
            </a:r>
            <a:endParaRPr dirty="0"/>
          </a:p>
        </p:txBody>
      </p:sp>
      <p:sp>
        <p:nvSpPr>
          <p:cNvPr id="16" name="Google Shape;120;p15">
            <a:extLst>
              <a:ext uri="{FF2B5EF4-FFF2-40B4-BE49-F238E27FC236}">
                <a16:creationId xmlns:a16="http://schemas.microsoft.com/office/drawing/2014/main" id="{2CED04D1-DBC4-018F-8AE7-3299DAE8819A}"/>
              </a:ext>
            </a:extLst>
          </p:cNvPr>
          <p:cNvSpPr txBox="1"/>
          <p:nvPr/>
        </p:nvSpPr>
        <p:spPr>
          <a:xfrm>
            <a:off x="494196" y="3191919"/>
            <a:ext cx="1905000" cy="371475"/>
          </a:xfrm>
          <a:prstGeom prst="rect">
            <a:avLst/>
          </a:prstGeom>
          <a:noFill/>
          <a:ln>
            <a:noFill/>
          </a:ln>
        </p:spPr>
        <p:txBody>
          <a:bodyPr spcFirstLastPara="1" wrap="square" lIns="0" tIns="0" rIns="0" bIns="0" anchor="t" anchorCtr="0">
            <a:spAutoFit/>
          </a:bodyPr>
          <a:lstStyle/>
          <a:p>
            <a:pPr marL="0" marR="0" lvl="0" indent="0" algn="ctr" rtl="0">
              <a:lnSpc>
                <a:spcPct val="149948"/>
              </a:lnSpc>
              <a:spcBef>
                <a:spcPts val="0"/>
              </a:spcBef>
              <a:spcAft>
                <a:spcPts val="0"/>
              </a:spcAft>
              <a:buNone/>
            </a:pPr>
            <a:r>
              <a:rPr lang="en-US" sz="975" b="0" i="0" u="none" strike="noStrike" cap="none">
                <a:solidFill>
                  <a:srgbClr val="555555"/>
                </a:solidFill>
                <a:latin typeface="Noto Sans TC"/>
                <a:ea typeface="Noto Sans TC"/>
                <a:cs typeface="Noto Sans TC"/>
                <a:sym typeface="Noto Sans TC"/>
              </a:rPr>
              <a:t>跨系統結構化與非結構化數據自動綜效整合</a:t>
            </a:r>
            <a:endParaRPr/>
          </a:p>
        </p:txBody>
      </p:sp>
      <p:pic>
        <p:nvPicPr>
          <p:cNvPr id="17" name="Google Shape;121;p15" descr="image.png">
            <a:extLst>
              <a:ext uri="{FF2B5EF4-FFF2-40B4-BE49-F238E27FC236}">
                <a16:creationId xmlns:a16="http://schemas.microsoft.com/office/drawing/2014/main" id="{EFCFBC03-DFDF-2AF4-FEA9-A8B17ADF481C}"/>
              </a:ext>
            </a:extLst>
          </p:cNvPr>
          <p:cNvPicPr preferRelativeResize="0"/>
          <p:nvPr/>
        </p:nvPicPr>
        <p:blipFill rotWithShape="1">
          <a:blip r:embed="rId8">
            <a:alphaModFix/>
          </a:blip>
          <a:srcRect/>
          <a:stretch/>
        </p:blipFill>
        <p:spPr>
          <a:xfrm>
            <a:off x="3513621" y="2391819"/>
            <a:ext cx="342900" cy="342900"/>
          </a:xfrm>
          <a:prstGeom prst="rect">
            <a:avLst/>
          </a:prstGeom>
          <a:noFill/>
          <a:ln>
            <a:noFill/>
          </a:ln>
        </p:spPr>
      </p:pic>
      <p:sp>
        <p:nvSpPr>
          <p:cNvPr id="18" name="Google Shape;122;p15">
            <a:extLst>
              <a:ext uri="{FF2B5EF4-FFF2-40B4-BE49-F238E27FC236}">
                <a16:creationId xmlns:a16="http://schemas.microsoft.com/office/drawing/2014/main" id="{339ECEFF-3198-D21A-AA08-0A0153F13482}"/>
              </a:ext>
            </a:extLst>
          </p:cNvPr>
          <p:cNvSpPr txBox="1"/>
          <p:nvPr/>
        </p:nvSpPr>
        <p:spPr>
          <a:xfrm>
            <a:off x="2684946" y="2896644"/>
            <a:ext cx="2000250" cy="207749"/>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350" b="1" i="0" u="none" strike="noStrike" cap="none" dirty="0">
                <a:solidFill>
                  <a:srgbClr val="002C77"/>
                </a:solidFill>
                <a:latin typeface="Noto Sans TC"/>
                <a:ea typeface="Noto Sans TC"/>
                <a:cs typeface="Noto Sans TC"/>
                <a:sym typeface="Noto Sans TC"/>
              </a:rPr>
              <a:t>Analytics</a:t>
            </a:r>
            <a:r>
              <a:rPr lang="en-US" altLang="zh-TW" sz="1350" b="1" i="0" u="none" strike="noStrike" cap="none" dirty="0">
                <a:solidFill>
                  <a:srgbClr val="002C77"/>
                </a:solidFill>
                <a:latin typeface="Noto Sans TC"/>
                <a:ea typeface="Noto Sans TC"/>
                <a:cs typeface="Noto Sans TC"/>
                <a:sym typeface="Noto Sans TC"/>
              </a:rPr>
              <a:t>(</a:t>
            </a:r>
            <a:r>
              <a:rPr lang="zh-TW" altLang="en-US" sz="1350" b="1" i="0" u="none" strike="noStrike" cap="none" dirty="0">
                <a:solidFill>
                  <a:srgbClr val="002C77"/>
                </a:solidFill>
                <a:latin typeface="Noto Sans TC"/>
                <a:ea typeface="Noto Sans TC"/>
                <a:cs typeface="Noto Sans TC"/>
                <a:sym typeface="Noto Sans TC"/>
              </a:rPr>
              <a:t>分析</a:t>
            </a:r>
            <a:r>
              <a:rPr lang="en-US" altLang="zh-TW" sz="1350" b="1" i="0" u="none" strike="noStrike" cap="none" dirty="0">
                <a:solidFill>
                  <a:srgbClr val="002C77"/>
                </a:solidFill>
                <a:latin typeface="Noto Sans TC"/>
                <a:ea typeface="Noto Sans TC"/>
                <a:cs typeface="Noto Sans TC"/>
                <a:sym typeface="Noto Sans TC"/>
              </a:rPr>
              <a:t>)</a:t>
            </a:r>
            <a:endParaRPr dirty="0"/>
          </a:p>
        </p:txBody>
      </p:sp>
      <p:sp>
        <p:nvSpPr>
          <p:cNvPr id="19" name="Google Shape;123;p15">
            <a:extLst>
              <a:ext uri="{FF2B5EF4-FFF2-40B4-BE49-F238E27FC236}">
                <a16:creationId xmlns:a16="http://schemas.microsoft.com/office/drawing/2014/main" id="{CA71AD55-E775-78D1-C49B-3943238ED6A7}"/>
              </a:ext>
            </a:extLst>
          </p:cNvPr>
          <p:cNvSpPr txBox="1"/>
          <p:nvPr/>
        </p:nvSpPr>
        <p:spPr>
          <a:xfrm>
            <a:off x="2732571" y="3191919"/>
            <a:ext cx="1905000" cy="185737"/>
          </a:xfrm>
          <a:prstGeom prst="rect">
            <a:avLst/>
          </a:prstGeom>
          <a:noFill/>
          <a:ln>
            <a:noFill/>
          </a:ln>
        </p:spPr>
        <p:txBody>
          <a:bodyPr spcFirstLastPara="1" wrap="square" lIns="0" tIns="0" rIns="0" bIns="0" anchor="t" anchorCtr="0">
            <a:spAutoFit/>
          </a:bodyPr>
          <a:lstStyle/>
          <a:p>
            <a:pPr marL="0" marR="0" lvl="0" indent="0" algn="ctr" rtl="0">
              <a:lnSpc>
                <a:spcPct val="149948"/>
              </a:lnSpc>
              <a:spcBef>
                <a:spcPts val="0"/>
              </a:spcBef>
              <a:spcAft>
                <a:spcPts val="0"/>
              </a:spcAft>
              <a:buNone/>
            </a:pPr>
            <a:r>
              <a:rPr lang="en-US" sz="975" b="0" i="0" u="none" strike="noStrike" cap="none">
                <a:solidFill>
                  <a:srgbClr val="555555"/>
                </a:solidFill>
                <a:latin typeface="Noto Sans TC"/>
                <a:ea typeface="Noto Sans TC"/>
                <a:cs typeface="Noto Sans TC"/>
                <a:sym typeface="Noto Sans TC"/>
              </a:rPr>
              <a:t>內部量化模型與 API 運算直接呼叫</a:t>
            </a:r>
            <a:endParaRPr/>
          </a:p>
        </p:txBody>
      </p:sp>
      <p:pic>
        <p:nvPicPr>
          <p:cNvPr id="20" name="Google Shape;124;p15" descr="image.png">
            <a:extLst>
              <a:ext uri="{FF2B5EF4-FFF2-40B4-BE49-F238E27FC236}">
                <a16:creationId xmlns:a16="http://schemas.microsoft.com/office/drawing/2014/main" id="{0185BF2E-81B5-3CBE-15D5-D6B54DB69769}"/>
              </a:ext>
            </a:extLst>
          </p:cNvPr>
          <p:cNvPicPr preferRelativeResize="0"/>
          <p:nvPr/>
        </p:nvPicPr>
        <p:blipFill rotWithShape="1">
          <a:blip r:embed="rId9">
            <a:alphaModFix/>
          </a:blip>
          <a:srcRect/>
          <a:stretch/>
        </p:blipFill>
        <p:spPr>
          <a:xfrm>
            <a:off x="5751996" y="2391819"/>
            <a:ext cx="342900" cy="342900"/>
          </a:xfrm>
          <a:prstGeom prst="rect">
            <a:avLst/>
          </a:prstGeom>
          <a:noFill/>
          <a:ln>
            <a:noFill/>
          </a:ln>
        </p:spPr>
      </p:pic>
      <p:sp>
        <p:nvSpPr>
          <p:cNvPr id="21" name="Google Shape;125;p15">
            <a:extLst>
              <a:ext uri="{FF2B5EF4-FFF2-40B4-BE49-F238E27FC236}">
                <a16:creationId xmlns:a16="http://schemas.microsoft.com/office/drawing/2014/main" id="{2C35F090-215E-029D-F698-B012307DEB13}"/>
              </a:ext>
            </a:extLst>
          </p:cNvPr>
          <p:cNvSpPr txBox="1"/>
          <p:nvPr/>
        </p:nvSpPr>
        <p:spPr>
          <a:xfrm>
            <a:off x="4923321" y="2896644"/>
            <a:ext cx="2000250" cy="207749"/>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350" b="1" i="0" u="none" strike="noStrike" cap="none" dirty="0">
                <a:solidFill>
                  <a:srgbClr val="002C77"/>
                </a:solidFill>
                <a:latin typeface="Noto Sans TC"/>
                <a:ea typeface="Noto Sans TC"/>
                <a:cs typeface="Noto Sans TC"/>
                <a:sym typeface="Noto Sans TC"/>
              </a:rPr>
              <a:t>Visualization</a:t>
            </a:r>
            <a:r>
              <a:rPr lang="en-US" altLang="zh-TW" sz="1350" b="1" i="0" u="none" strike="noStrike" cap="none" dirty="0">
                <a:solidFill>
                  <a:srgbClr val="002C77"/>
                </a:solidFill>
                <a:latin typeface="Noto Sans TC"/>
                <a:ea typeface="Noto Sans TC"/>
                <a:cs typeface="Noto Sans TC"/>
                <a:sym typeface="Noto Sans TC"/>
              </a:rPr>
              <a:t>(</a:t>
            </a:r>
            <a:r>
              <a:rPr lang="zh-TW" altLang="en-US" sz="1350" b="1" i="0" u="none" strike="noStrike" cap="none" dirty="0">
                <a:solidFill>
                  <a:srgbClr val="002C77"/>
                </a:solidFill>
                <a:latin typeface="Noto Sans TC"/>
                <a:ea typeface="Noto Sans TC"/>
                <a:cs typeface="Noto Sans TC"/>
                <a:sym typeface="Noto Sans TC"/>
              </a:rPr>
              <a:t>視覺化</a:t>
            </a:r>
            <a:r>
              <a:rPr lang="en-US" altLang="zh-TW" sz="1350" b="1" i="0" u="none" strike="noStrike" cap="none" dirty="0">
                <a:solidFill>
                  <a:srgbClr val="002C77"/>
                </a:solidFill>
                <a:latin typeface="Noto Sans TC"/>
                <a:ea typeface="Noto Sans TC"/>
                <a:cs typeface="Noto Sans TC"/>
                <a:sym typeface="Noto Sans TC"/>
              </a:rPr>
              <a:t>)</a:t>
            </a:r>
            <a:endParaRPr dirty="0"/>
          </a:p>
        </p:txBody>
      </p:sp>
      <p:sp>
        <p:nvSpPr>
          <p:cNvPr id="22" name="Google Shape;126;p15">
            <a:extLst>
              <a:ext uri="{FF2B5EF4-FFF2-40B4-BE49-F238E27FC236}">
                <a16:creationId xmlns:a16="http://schemas.microsoft.com/office/drawing/2014/main" id="{C494114B-FF7D-2D52-E027-A21FE0E89363}"/>
              </a:ext>
            </a:extLst>
          </p:cNvPr>
          <p:cNvSpPr txBox="1"/>
          <p:nvPr/>
        </p:nvSpPr>
        <p:spPr>
          <a:xfrm>
            <a:off x="4970946" y="3191919"/>
            <a:ext cx="1905000" cy="371475"/>
          </a:xfrm>
          <a:prstGeom prst="rect">
            <a:avLst/>
          </a:prstGeom>
          <a:noFill/>
          <a:ln>
            <a:noFill/>
          </a:ln>
        </p:spPr>
        <p:txBody>
          <a:bodyPr spcFirstLastPara="1" wrap="square" lIns="0" tIns="0" rIns="0" bIns="0" anchor="t" anchorCtr="0">
            <a:spAutoFit/>
          </a:bodyPr>
          <a:lstStyle/>
          <a:p>
            <a:pPr marL="0" marR="0" lvl="0" indent="0" algn="ctr" rtl="0">
              <a:lnSpc>
                <a:spcPct val="149948"/>
              </a:lnSpc>
              <a:spcBef>
                <a:spcPts val="0"/>
              </a:spcBef>
              <a:spcAft>
                <a:spcPts val="0"/>
              </a:spcAft>
              <a:buNone/>
            </a:pPr>
            <a:r>
              <a:rPr lang="en-US" sz="975" b="0" i="0" u="none" strike="noStrike" cap="none">
                <a:solidFill>
                  <a:srgbClr val="555555"/>
                </a:solidFill>
                <a:latin typeface="Noto Sans TC"/>
                <a:ea typeface="Noto Sans TC"/>
                <a:cs typeface="Noto Sans TC"/>
                <a:sym typeface="Noto Sans TC"/>
              </a:rPr>
              <a:t>無須人工拉表，自動生成趨勢圖表與畫像</a:t>
            </a:r>
            <a:endParaRPr/>
          </a:p>
        </p:txBody>
      </p:sp>
      <p:pic>
        <p:nvPicPr>
          <p:cNvPr id="23" name="Google Shape;127;p15" descr="image.png">
            <a:extLst>
              <a:ext uri="{FF2B5EF4-FFF2-40B4-BE49-F238E27FC236}">
                <a16:creationId xmlns:a16="http://schemas.microsoft.com/office/drawing/2014/main" id="{9C341EDE-F29E-45B3-B9F8-17B617A91C79}"/>
              </a:ext>
            </a:extLst>
          </p:cNvPr>
          <p:cNvPicPr preferRelativeResize="0"/>
          <p:nvPr/>
        </p:nvPicPr>
        <p:blipFill rotWithShape="1">
          <a:blip r:embed="rId10">
            <a:alphaModFix/>
          </a:blip>
          <a:srcRect/>
          <a:stretch/>
        </p:blipFill>
        <p:spPr>
          <a:xfrm>
            <a:off x="8033233" y="2391819"/>
            <a:ext cx="257175" cy="342900"/>
          </a:xfrm>
          <a:prstGeom prst="rect">
            <a:avLst/>
          </a:prstGeom>
          <a:noFill/>
          <a:ln>
            <a:noFill/>
          </a:ln>
        </p:spPr>
      </p:pic>
      <p:sp>
        <p:nvSpPr>
          <p:cNvPr id="24" name="Google Shape;128;p15">
            <a:extLst>
              <a:ext uri="{FF2B5EF4-FFF2-40B4-BE49-F238E27FC236}">
                <a16:creationId xmlns:a16="http://schemas.microsoft.com/office/drawing/2014/main" id="{8E73C9EC-135E-25F9-36C5-E3CA2B37CA63}"/>
              </a:ext>
            </a:extLst>
          </p:cNvPr>
          <p:cNvSpPr txBox="1"/>
          <p:nvPr/>
        </p:nvSpPr>
        <p:spPr>
          <a:xfrm>
            <a:off x="7161696" y="2896644"/>
            <a:ext cx="2000250" cy="207749"/>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350" b="1" i="0" u="none" strike="noStrike" cap="none" dirty="0">
                <a:solidFill>
                  <a:srgbClr val="002C77"/>
                </a:solidFill>
                <a:latin typeface="Noto Sans TC"/>
                <a:ea typeface="Noto Sans TC"/>
                <a:cs typeface="Noto Sans TC"/>
                <a:sym typeface="Noto Sans TC"/>
              </a:rPr>
              <a:t>Insights</a:t>
            </a:r>
            <a:r>
              <a:rPr lang="en-US" altLang="zh-TW" sz="1350" b="1" i="0" u="none" strike="noStrike" cap="none" dirty="0">
                <a:solidFill>
                  <a:srgbClr val="002C77"/>
                </a:solidFill>
                <a:latin typeface="Noto Sans TC"/>
                <a:ea typeface="Noto Sans TC"/>
                <a:cs typeface="Noto Sans TC"/>
                <a:sym typeface="Noto Sans TC"/>
              </a:rPr>
              <a:t>(</a:t>
            </a:r>
            <a:r>
              <a:rPr lang="zh-TW" altLang="en-US" sz="1350" b="1" i="0" u="none" strike="noStrike" cap="none" dirty="0">
                <a:solidFill>
                  <a:srgbClr val="002C77"/>
                </a:solidFill>
                <a:latin typeface="Noto Sans TC"/>
                <a:ea typeface="Noto Sans TC"/>
                <a:cs typeface="Noto Sans TC"/>
                <a:sym typeface="Noto Sans TC"/>
              </a:rPr>
              <a:t>洞察</a:t>
            </a:r>
            <a:r>
              <a:rPr lang="en-US" altLang="zh-TW" sz="1350" b="1" i="0" u="none" strike="noStrike" cap="none" dirty="0">
                <a:solidFill>
                  <a:srgbClr val="002C77"/>
                </a:solidFill>
                <a:latin typeface="Noto Sans TC"/>
                <a:ea typeface="Noto Sans TC"/>
                <a:cs typeface="Noto Sans TC"/>
                <a:sym typeface="Noto Sans TC"/>
              </a:rPr>
              <a:t>)</a:t>
            </a:r>
            <a:endParaRPr dirty="0"/>
          </a:p>
        </p:txBody>
      </p:sp>
      <p:sp>
        <p:nvSpPr>
          <p:cNvPr id="25" name="Google Shape;129;p15">
            <a:extLst>
              <a:ext uri="{FF2B5EF4-FFF2-40B4-BE49-F238E27FC236}">
                <a16:creationId xmlns:a16="http://schemas.microsoft.com/office/drawing/2014/main" id="{BDDC5947-5514-7123-D0A5-08D2910961B7}"/>
              </a:ext>
            </a:extLst>
          </p:cNvPr>
          <p:cNvSpPr txBox="1"/>
          <p:nvPr/>
        </p:nvSpPr>
        <p:spPr>
          <a:xfrm>
            <a:off x="7209321" y="3191919"/>
            <a:ext cx="1905000" cy="371475"/>
          </a:xfrm>
          <a:prstGeom prst="rect">
            <a:avLst/>
          </a:prstGeom>
          <a:noFill/>
          <a:ln>
            <a:noFill/>
          </a:ln>
        </p:spPr>
        <p:txBody>
          <a:bodyPr spcFirstLastPara="1" wrap="square" lIns="0" tIns="0" rIns="0" bIns="0" anchor="t" anchorCtr="0">
            <a:spAutoFit/>
          </a:bodyPr>
          <a:lstStyle/>
          <a:p>
            <a:pPr marL="0" marR="0" lvl="0" indent="0" algn="ctr" rtl="0">
              <a:lnSpc>
                <a:spcPct val="149948"/>
              </a:lnSpc>
              <a:spcBef>
                <a:spcPts val="0"/>
              </a:spcBef>
              <a:spcAft>
                <a:spcPts val="0"/>
              </a:spcAft>
              <a:buNone/>
            </a:pPr>
            <a:r>
              <a:rPr lang="en-US" sz="975" b="0" i="0" u="none" strike="noStrike" cap="none">
                <a:solidFill>
                  <a:srgbClr val="555555"/>
                </a:solidFill>
                <a:latin typeface="Noto Sans TC"/>
                <a:ea typeface="Noto Sans TC"/>
                <a:cs typeface="Noto Sans TC"/>
                <a:sym typeface="Noto Sans TC"/>
              </a:rPr>
              <a:t>經合規校準，排除幻覺，提煉專家級投研洞察</a:t>
            </a:r>
            <a:endParaRPr/>
          </a:p>
        </p:txBody>
      </p:sp>
      <p:pic>
        <p:nvPicPr>
          <p:cNvPr id="26" name="Google Shape;130;p15" descr="image.png">
            <a:extLst>
              <a:ext uri="{FF2B5EF4-FFF2-40B4-BE49-F238E27FC236}">
                <a16:creationId xmlns:a16="http://schemas.microsoft.com/office/drawing/2014/main" id="{1DD22D5A-0570-D15C-9A9D-B8D52AC4A806}"/>
              </a:ext>
            </a:extLst>
          </p:cNvPr>
          <p:cNvPicPr preferRelativeResize="0"/>
          <p:nvPr/>
        </p:nvPicPr>
        <p:blipFill rotWithShape="1">
          <a:blip r:embed="rId11">
            <a:alphaModFix/>
          </a:blip>
          <a:srcRect/>
          <a:stretch/>
        </p:blipFill>
        <p:spPr>
          <a:xfrm>
            <a:off x="10247796" y="2391819"/>
            <a:ext cx="304800" cy="342900"/>
          </a:xfrm>
          <a:prstGeom prst="rect">
            <a:avLst/>
          </a:prstGeom>
          <a:noFill/>
          <a:ln>
            <a:noFill/>
          </a:ln>
        </p:spPr>
      </p:pic>
      <p:sp>
        <p:nvSpPr>
          <p:cNvPr id="27" name="Google Shape;131;p15">
            <a:extLst>
              <a:ext uri="{FF2B5EF4-FFF2-40B4-BE49-F238E27FC236}">
                <a16:creationId xmlns:a16="http://schemas.microsoft.com/office/drawing/2014/main" id="{FAD34D26-75DF-1952-8D32-EC75E3387718}"/>
              </a:ext>
            </a:extLst>
          </p:cNvPr>
          <p:cNvSpPr txBox="1"/>
          <p:nvPr/>
        </p:nvSpPr>
        <p:spPr>
          <a:xfrm>
            <a:off x="9400071" y="2896644"/>
            <a:ext cx="2000250" cy="207749"/>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350" b="1" i="0" u="none" strike="noStrike" cap="none" dirty="0">
                <a:solidFill>
                  <a:srgbClr val="002C77"/>
                </a:solidFill>
                <a:latin typeface="Noto Sans TC"/>
                <a:ea typeface="Noto Sans TC"/>
                <a:cs typeface="Noto Sans TC"/>
                <a:sym typeface="Noto Sans TC"/>
              </a:rPr>
              <a:t>Decision</a:t>
            </a:r>
            <a:r>
              <a:rPr lang="en-US" altLang="zh-TW" sz="1350" b="1" i="0" u="none" strike="noStrike" cap="none" dirty="0">
                <a:solidFill>
                  <a:srgbClr val="002C77"/>
                </a:solidFill>
                <a:latin typeface="Noto Sans TC"/>
                <a:ea typeface="Noto Sans TC"/>
                <a:cs typeface="Noto Sans TC"/>
                <a:sym typeface="Noto Sans TC"/>
              </a:rPr>
              <a:t>(</a:t>
            </a:r>
            <a:r>
              <a:rPr lang="zh-TW" altLang="en-US" sz="1350" b="1" i="0" u="none" strike="noStrike" cap="none" dirty="0">
                <a:solidFill>
                  <a:srgbClr val="002C77"/>
                </a:solidFill>
                <a:latin typeface="Noto Sans TC"/>
                <a:ea typeface="Noto Sans TC"/>
                <a:cs typeface="Noto Sans TC"/>
                <a:sym typeface="Noto Sans TC"/>
              </a:rPr>
              <a:t>支援決策</a:t>
            </a:r>
            <a:r>
              <a:rPr lang="en-US" altLang="zh-TW" sz="1350" b="1" i="0" u="none" strike="noStrike" cap="none" dirty="0">
                <a:solidFill>
                  <a:srgbClr val="002C77"/>
                </a:solidFill>
                <a:latin typeface="Noto Sans TC"/>
                <a:ea typeface="Noto Sans TC"/>
                <a:cs typeface="Noto Sans TC"/>
                <a:sym typeface="Noto Sans TC"/>
              </a:rPr>
              <a:t>)</a:t>
            </a:r>
            <a:endParaRPr dirty="0"/>
          </a:p>
        </p:txBody>
      </p:sp>
      <p:sp>
        <p:nvSpPr>
          <p:cNvPr id="28" name="Google Shape;132;p15">
            <a:extLst>
              <a:ext uri="{FF2B5EF4-FFF2-40B4-BE49-F238E27FC236}">
                <a16:creationId xmlns:a16="http://schemas.microsoft.com/office/drawing/2014/main" id="{0D687A77-4711-EF1C-0726-F57DF776B512}"/>
              </a:ext>
            </a:extLst>
          </p:cNvPr>
          <p:cNvSpPr txBox="1"/>
          <p:nvPr/>
        </p:nvSpPr>
        <p:spPr>
          <a:xfrm>
            <a:off x="9447696" y="3191919"/>
            <a:ext cx="1905000" cy="371475"/>
          </a:xfrm>
          <a:prstGeom prst="rect">
            <a:avLst/>
          </a:prstGeom>
          <a:noFill/>
          <a:ln>
            <a:noFill/>
          </a:ln>
        </p:spPr>
        <p:txBody>
          <a:bodyPr spcFirstLastPara="1" wrap="square" lIns="0" tIns="0" rIns="0" bIns="0" anchor="t" anchorCtr="0">
            <a:spAutoFit/>
          </a:bodyPr>
          <a:lstStyle/>
          <a:p>
            <a:pPr marL="0" marR="0" lvl="0" indent="0" algn="ctr" rtl="0">
              <a:lnSpc>
                <a:spcPct val="149948"/>
              </a:lnSpc>
              <a:spcBef>
                <a:spcPts val="0"/>
              </a:spcBef>
              <a:spcAft>
                <a:spcPts val="0"/>
              </a:spcAft>
              <a:buNone/>
            </a:pPr>
            <a:r>
              <a:rPr lang="en-US" sz="975" b="0" i="0" u="none" strike="noStrike" cap="none">
                <a:solidFill>
                  <a:srgbClr val="555555"/>
                </a:solidFill>
                <a:latin typeface="Noto Sans TC"/>
                <a:ea typeface="Noto Sans TC"/>
                <a:cs typeface="Noto Sans TC"/>
                <a:sym typeface="Noto Sans TC"/>
              </a:rPr>
              <a:t>理專與客戶面對面時，即時支援決策的核心大腦</a:t>
            </a:r>
            <a:endParaRPr/>
          </a:p>
        </p:txBody>
      </p:sp>
      <p:sp>
        <p:nvSpPr>
          <p:cNvPr id="29" name="Google Shape;133;p15">
            <a:extLst>
              <a:ext uri="{FF2B5EF4-FFF2-40B4-BE49-F238E27FC236}">
                <a16:creationId xmlns:a16="http://schemas.microsoft.com/office/drawing/2014/main" id="{00809731-7E23-C8D5-A95E-D0D66CF9855E}"/>
              </a:ext>
            </a:extLst>
          </p:cNvPr>
          <p:cNvSpPr txBox="1"/>
          <p:nvPr/>
        </p:nvSpPr>
        <p:spPr>
          <a:xfrm>
            <a:off x="637071" y="4411119"/>
            <a:ext cx="5250656" cy="247650"/>
          </a:xfrm>
          <a:prstGeom prst="rect">
            <a:avLst/>
          </a:prstGeom>
          <a:noFill/>
          <a:ln>
            <a:noFill/>
          </a:ln>
        </p:spPr>
        <p:txBody>
          <a:bodyPr spcFirstLastPara="1" wrap="square" lIns="171450" tIns="0" rIns="0" bIns="0" anchor="t" anchorCtr="0">
            <a:spAutoFit/>
          </a:bodyPr>
          <a:lstStyle/>
          <a:p>
            <a:pPr marL="0" marR="0" lvl="0" indent="0" algn="l" rtl="0">
              <a:spcBef>
                <a:spcPts val="0"/>
              </a:spcBef>
              <a:spcAft>
                <a:spcPts val="0"/>
              </a:spcAft>
              <a:buNone/>
            </a:pPr>
            <a:r>
              <a:rPr lang="en-US" sz="1350" b="1" i="0" u="none" strike="noStrike" cap="none">
                <a:solidFill>
                  <a:srgbClr val="002C77"/>
                </a:solidFill>
                <a:latin typeface="Noto Sans TC"/>
                <a:ea typeface="Noto Sans TC"/>
                <a:cs typeface="Noto Sans TC"/>
                <a:sym typeface="Noto Sans TC"/>
              </a:rPr>
              <a:t>銀行級內部資安控管</a:t>
            </a:r>
            <a:endParaRPr/>
          </a:p>
        </p:txBody>
      </p:sp>
      <p:sp>
        <p:nvSpPr>
          <p:cNvPr id="30" name="Google Shape;134;p15">
            <a:extLst>
              <a:ext uri="{FF2B5EF4-FFF2-40B4-BE49-F238E27FC236}">
                <a16:creationId xmlns:a16="http://schemas.microsoft.com/office/drawing/2014/main" id="{D1CD7CE4-2307-D5A9-7775-0F4AA33B44F8}"/>
              </a:ext>
            </a:extLst>
          </p:cNvPr>
          <p:cNvSpPr txBox="1"/>
          <p:nvPr/>
        </p:nvSpPr>
        <p:spPr>
          <a:xfrm>
            <a:off x="637071" y="4706394"/>
            <a:ext cx="5000625" cy="428625"/>
          </a:xfrm>
          <a:prstGeom prst="rect">
            <a:avLst/>
          </a:prstGeom>
          <a:noFill/>
          <a:ln>
            <a:noFill/>
          </a:ln>
        </p:spPr>
        <p:txBody>
          <a:bodyPr spcFirstLastPara="1" wrap="square" lIns="0" tIns="0" rIns="0" bIns="0" anchor="t" anchorCtr="0">
            <a:spAutoFit/>
          </a:bodyPr>
          <a:lstStyle/>
          <a:p>
            <a:pPr marL="0" marR="0" lvl="0" indent="0" algn="l" rtl="0">
              <a:lnSpc>
                <a:spcPct val="149955"/>
              </a:lnSpc>
              <a:spcBef>
                <a:spcPts val="0"/>
              </a:spcBef>
              <a:spcAft>
                <a:spcPts val="0"/>
              </a:spcAft>
              <a:buNone/>
            </a:pPr>
            <a:r>
              <a:rPr lang="en-US" sz="1125" b="0" i="0" u="none" strike="noStrike" cap="none">
                <a:solidFill>
                  <a:srgbClr val="222222"/>
                </a:solidFill>
                <a:latin typeface="Noto Sans TC"/>
                <a:ea typeface="Noto Sans TC"/>
                <a:cs typeface="Noto Sans TC"/>
                <a:sym typeface="Noto Sans TC"/>
              </a:rPr>
              <a:t>部署於私有雲內網，嚴格實施資料去識別化與基於角色的權限控管（RBAC），嚴防客戶敏感隱私及百億資產配置數據外洩。</a:t>
            </a:r>
            <a:endParaRPr/>
          </a:p>
        </p:txBody>
      </p:sp>
      <p:sp>
        <p:nvSpPr>
          <p:cNvPr id="31" name="Google Shape;135;p15">
            <a:extLst>
              <a:ext uri="{FF2B5EF4-FFF2-40B4-BE49-F238E27FC236}">
                <a16:creationId xmlns:a16="http://schemas.microsoft.com/office/drawing/2014/main" id="{F0B06265-04C1-CD9C-91C8-A3F7545667DE}"/>
              </a:ext>
            </a:extLst>
          </p:cNvPr>
          <p:cNvSpPr txBox="1"/>
          <p:nvPr/>
        </p:nvSpPr>
        <p:spPr>
          <a:xfrm>
            <a:off x="6256821" y="4411119"/>
            <a:ext cx="5250656" cy="247650"/>
          </a:xfrm>
          <a:prstGeom prst="rect">
            <a:avLst/>
          </a:prstGeom>
          <a:noFill/>
          <a:ln>
            <a:noFill/>
          </a:ln>
        </p:spPr>
        <p:txBody>
          <a:bodyPr spcFirstLastPara="1" wrap="square" lIns="171450" tIns="0" rIns="0" bIns="0" anchor="t" anchorCtr="0">
            <a:spAutoFit/>
          </a:bodyPr>
          <a:lstStyle/>
          <a:p>
            <a:pPr marL="0" marR="0" lvl="0" indent="0" algn="l" rtl="0">
              <a:spcBef>
                <a:spcPts val="0"/>
              </a:spcBef>
              <a:spcAft>
                <a:spcPts val="0"/>
              </a:spcAft>
              <a:buNone/>
            </a:pPr>
            <a:r>
              <a:rPr lang="en-US" sz="1350" b="1" i="0" u="none" strike="noStrike" cap="none">
                <a:solidFill>
                  <a:srgbClr val="002C77"/>
                </a:solidFill>
                <a:latin typeface="Noto Sans TC"/>
                <a:ea typeface="Noto Sans TC"/>
                <a:cs typeface="Noto Sans TC"/>
                <a:sym typeface="Noto Sans TC"/>
              </a:rPr>
              <a:t>嚴格的金融合規校準</a:t>
            </a:r>
            <a:endParaRPr/>
          </a:p>
        </p:txBody>
      </p:sp>
      <p:sp>
        <p:nvSpPr>
          <p:cNvPr id="32" name="Google Shape;136;p15">
            <a:extLst>
              <a:ext uri="{FF2B5EF4-FFF2-40B4-BE49-F238E27FC236}">
                <a16:creationId xmlns:a16="http://schemas.microsoft.com/office/drawing/2014/main" id="{C551048D-87D3-A117-43D8-5856ADF4FC17}"/>
              </a:ext>
            </a:extLst>
          </p:cNvPr>
          <p:cNvSpPr txBox="1"/>
          <p:nvPr/>
        </p:nvSpPr>
        <p:spPr>
          <a:xfrm>
            <a:off x="6256821" y="4706394"/>
            <a:ext cx="5000625" cy="428625"/>
          </a:xfrm>
          <a:prstGeom prst="rect">
            <a:avLst/>
          </a:prstGeom>
          <a:noFill/>
          <a:ln>
            <a:noFill/>
          </a:ln>
        </p:spPr>
        <p:txBody>
          <a:bodyPr spcFirstLastPara="1" wrap="square" lIns="0" tIns="0" rIns="0" bIns="0" anchor="t" anchorCtr="0">
            <a:spAutoFit/>
          </a:bodyPr>
          <a:lstStyle/>
          <a:p>
            <a:pPr marL="0" marR="0" lvl="0" indent="0" algn="l" rtl="0">
              <a:lnSpc>
                <a:spcPct val="149955"/>
              </a:lnSpc>
              <a:spcBef>
                <a:spcPts val="0"/>
              </a:spcBef>
              <a:spcAft>
                <a:spcPts val="0"/>
              </a:spcAft>
              <a:buNone/>
            </a:pPr>
            <a:r>
              <a:rPr lang="en-US" sz="1125" b="0" i="0" u="none" strike="noStrike" cap="none">
                <a:solidFill>
                  <a:srgbClr val="222222"/>
                </a:solidFill>
                <a:latin typeface="Noto Sans TC"/>
                <a:ea typeface="Noto Sans TC"/>
                <a:cs typeface="Noto Sans TC"/>
                <a:sym typeface="Noto Sans TC"/>
              </a:rPr>
              <a:t>模型回答邏輯經金融專家團隊回饋與合規機制校正，提供極具專業公信力的精確金融解答。</a:t>
            </a:r>
            <a:endParaRPr/>
          </a:p>
        </p:txBody>
      </p:sp>
      <p:pic>
        <p:nvPicPr>
          <p:cNvPr id="33" name="Google Shape;137;p15" descr="image.png">
            <a:extLst>
              <a:ext uri="{FF2B5EF4-FFF2-40B4-BE49-F238E27FC236}">
                <a16:creationId xmlns:a16="http://schemas.microsoft.com/office/drawing/2014/main" id="{7B5CA640-AD30-2CDD-3D76-ABCFFEFB7041}"/>
              </a:ext>
            </a:extLst>
          </p:cNvPr>
          <p:cNvPicPr preferRelativeResize="0"/>
          <p:nvPr/>
        </p:nvPicPr>
        <p:blipFill rotWithShape="1">
          <a:blip r:embed="rId12">
            <a:alphaModFix/>
          </a:blip>
          <a:srcRect/>
          <a:stretch/>
        </p:blipFill>
        <p:spPr>
          <a:xfrm>
            <a:off x="637071" y="4468269"/>
            <a:ext cx="171450" cy="171450"/>
          </a:xfrm>
          <a:prstGeom prst="rect">
            <a:avLst/>
          </a:prstGeom>
          <a:noFill/>
          <a:ln>
            <a:noFill/>
          </a:ln>
        </p:spPr>
      </p:pic>
      <p:pic>
        <p:nvPicPr>
          <p:cNvPr id="34" name="Google Shape;138;p15" descr="image.png">
            <a:extLst>
              <a:ext uri="{FF2B5EF4-FFF2-40B4-BE49-F238E27FC236}">
                <a16:creationId xmlns:a16="http://schemas.microsoft.com/office/drawing/2014/main" id="{E49CCC62-AD44-2D96-9AE0-8FECCD710DC4}"/>
              </a:ext>
            </a:extLst>
          </p:cNvPr>
          <p:cNvPicPr preferRelativeResize="0"/>
          <p:nvPr/>
        </p:nvPicPr>
        <p:blipFill rotWithShape="1">
          <a:blip r:embed="rId13">
            <a:alphaModFix/>
          </a:blip>
          <a:srcRect/>
          <a:stretch/>
        </p:blipFill>
        <p:spPr>
          <a:xfrm>
            <a:off x="6256821" y="4468269"/>
            <a:ext cx="171450" cy="171450"/>
          </a:xfrm>
          <a:prstGeom prst="rect">
            <a:avLst/>
          </a:prstGeom>
          <a:noFill/>
          <a:ln>
            <a:noFill/>
          </a:ln>
        </p:spPr>
      </p:pic>
    </p:spTree>
    <p:extLst>
      <p:ext uri="{BB962C8B-B14F-4D97-AF65-F5344CB8AC3E}">
        <p14:creationId xmlns:p14="http://schemas.microsoft.com/office/powerpoint/2010/main" val="2441003903"/>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BA982D-0C83-1525-B27F-C97531163417}"/>
            </a:ext>
          </a:extLst>
        </p:cNvPr>
        <p:cNvGrpSpPr/>
        <p:nvPr/>
      </p:nvGrpSpPr>
      <p:grpSpPr>
        <a:xfrm>
          <a:off x="0" y="0"/>
          <a:ext cx="0" cy="0"/>
          <a:chOff x="0" y="0"/>
          <a:chExt cx="0" cy="0"/>
        </a:xfrm>
      </p:grpSpPr>
      <p:pic>
        <p:nvPicPr>
          <p:cNvPr id="5" name="內容版面配置區 4">
            <a:extLst>
              <a:ext uri="{FF2B5EF4-FFF2-40B4-BE49-F238E27FC236}">
                <a16:creationId xmlns:a16="http://schemas.microsoft.com/office/drawing/2014/main" id="{749B8667-1C1F-1DFC-2E3D-B3DC4501FF5A}"/>
              </a:ext>
            </a:extLst>
          </p:cNvPr>
          <p:cNvPicPr>
            <a:picLocks noGrp="1" noChangeAspect="1"/>
          </p:cNvPicPr>
          <p:nvPr>
            <p:ph sz="quarter" idx="10"/>
          </p:nvPr>
        </p:nvPicPr>
        <p:blipFill>
          <a:blip r:embed="rId2"/>
          <a:stretch>
            <a:fillRect/>
          </a:stretch>
        </p:blipFill>
        <p:spPr>
          <a:xfrm>
            <a:off x="1684743" y="1814566"/>
            <a:ext cx="8418443" cy="4077519"/>
          </a:xfrm>
          <a:prstGeom prst="rect">
            <a:avLst/>
          </a:prstGeom>
        </p:spPr>
      </p:pic>
      <p:sp>
        <p:nvSpPr>
          <p:cNvPr id="4" name="標題 1">
            <a:extLst>
              <a:ext uri="{FF2B5EF4-FFF2-40B4-BE49-F238E27FC236}">
                <a16:creationId xmlns:a16="http://schemas.microsoft.com/office/drawing/2014/main" id="{A27BD8BC-52FE-E064-BBC7-9AEBF25DAFF3}"/>
              </a:ext>
            </a:extLst>
          </p:cNvPr>
          <p:cNvSpPr>
            <a:spLocks noGrp="1" noChangeArrowheads="1"/>
          </p:cNvSpPr>
          <p:nvPr>
            <p:ph type="title"/>
          </p:nvPr>
        </p:nvSpPr>
        <p:spPr bwMode="auto">
          <a:xfrm>
            <a:off x="331200" y="162000"/>
            <a:ext cx="11116727" cy="62258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0" compatLnSpc="1">
            <a:prstTxWarp prst="textNoShape">
              <a:avLst/>
            </a:prstTxWarp>
          </a:bodyPr>
          <a:lstStyle/>
          <a:p>
            <a:pPr>
              <a:spcBef>
                <a:spcPts val="0"/>
              </a:spcBef>
              <a:spcAft>
                <a:spcPts val="0"/>
              </a:spcAft>
            </a:pPr>
            <a:r>
              <a:rPr lang="en-US" altLang="zh-TW" sz="3000" b="1" dirty="0">
                <a:solidFill>
                  <a:srgbClr val="001A3D"/>
                </a:solidFill>
                <a:latin typeface="Noto Sans TC"/>
                <a:ea typeface="Noto Sans TC"/>
              </a:rPr>
              <a:t>2.</a:t>
            </a:r>
            <a:r>
              <a:rPr lang="zh-TW" altLang="en-US" sz="3000" b="1" dirty="0">
                <a:solidFill>
                  <a:srgbClr val="001A3D"/>
                </a:solidFill>
                <a:latin typeface="Noto Sans TC"/>
                <a:ea typeface="Noto Sans TC"/>
              </a:rPr>
              <a:t>痛點解析： 投研團隊與資訊維運的共性難題</a:t>
            </a:r>
            <a:r>
              <a:rPr lang="en-US" altLang="zh-TW" sz="3000" b="1" dirty="0">
                <a:solidFill>
                  <a:srgbClr val="001A3D"/>
                </a:solidFill>
                <a:latin typeface="Noto Sans TC"/>
                <a:ea typeface="Noto Sans TC"/>
              </a:rPr>
              <a:t>(1/1)</a:t>
            </a:r>
            <a:endParaRPr lang="zh-TW" altLang="en-US" sz="3000" b="1" dirty="0">
              <a:solidFill>
                <a:srgbClr val="001A3D"/>
              </a:solidFill>
              <a:latin typeface="Noto Sans TC"/>
              <a:ea typeface="Noto Sans TC"/>
            </a:endParaRPr>
          </a:p>
        </p:txBody>
      </p:sp>
      <p:sp>
        <p:nvSpPr>
          <p:cNvPr id="6" name="Google Shape;117;p15">
            <a:extLst>
              <a:ext uri="{FF2B5EF4-FFF2-40B4-BE49-F238E27FC236}">
                <a16:creationId xmlns:a16="http://schemas.microsoft.com/office/drawing/2014/main" id="{572D6B19-E24D-6E58-4EBD-7D2C9A097E66}"/>
              </a:ext>
            </a:extLst>
          </p:cNvPr>
          <p:cNvSpPr txBox="1"/>
          <p:nvPr/>
        </p:nvSpPr>
        <p:spPr>
          <a:xfrm>
            <a:off x="1153742" y="1102095"/>
            <a:ext cx="8949444" cy="461665"/>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zh-TW" altLang="en-US" sz="2000" b="1" i="0" u="none" strike="noStrike" cap="none" dirty="0">
                <a:solidFill>
                  <a:srgbClr val="002C77"/>
                </a:solidFill>
                <a:latin typeface="Noto Sans TC"/>
                <a:ea typeface="Noto Sans TC"/>
                <a:cs typeface="Noto Sans TC"/>
                <a:sym typeface="Noto Sans TC"/>
              </a:rPr>
              <a:t>當數十億美元的決策，撞上人工資料檢索審查的瓶頸</a:t>
            </a:r>
            <a:endParaRPr lang="zh-TW" altLang="en-US" sz="2000" dirty="0"/>
          </a:p>
        </p:txBody>
      </p:sp>
    </p:spTree>
    <p:extLst>
      <p:ext uri="{BB962C8B-B14F-4D97-AF65-F5344CB8AC3E}">
        <p14:creationId xmlns:p14="http://schemas.microsoft.com/office/powerpoint/2010/main" val="3610347850"/>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6166A1-074E-D476-1611-DCE47C3BC652}"/>
            </a:ext>
          </a:extLst>
        </p:cNvPr>
        <p:cNvGrpSpPr/>
        <p:nvPr/>
      </p:nvGrpSpPr>
      <p:grpSpPr>
        <a:xfrm>
          <a:off x="0" y="0"/>
          <a:ext cx="0" cy="0"/>
          <a:chOff x="0" y="0"/>
          <a:chExt cx="0" cy="0"/>
        </a:xfrm>
      </p:grpSpPr>
      <p:sp>
        <p:nvSpPr>
          <p:cNvPr id="4" name="標題 1">
            <a:extLst>
              <a:ext uri="{FF2B5EF4-FFF2-40B4-BE49-F238E27FC236}">
                <a16:creationId xmlns:a16="http://schemas.microsoft.com/office/drawing/2014/main" id="{72645DCC-930A-0EBC-E7DE-1872E53A3C7C}"/>
              </a:ext>
            </a:extLst>
          </p:cNvPr>
          <p:cNvSpPr>
            <a:spLocks noGrp="1" noChangeArrowheads="1"/>
          </p:cNvSpPr>
          <p:nvPr>
            <p:ph type="title"/>
          </p:nvPr>
        </p:nvSpPr>
        <p:spPr bwMode="auto">
          <a:xfrm>
            <a:off x="331200" y="162000"/>
            <a:ext cx="11116727" cy="62258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0" compatLnSpc="1">
            <a:prstTxWarp prst="textNoShape">
              <a:avLst/>
            </a:prstTxWarp>
          </a:bodyPr>
          <a:lstStyle/>
          <a:p>
            <a:r>
              <a:rPr lang="en-US" altLang="zh-TW" sz="3000" b="1" dirty="0">
                <a:latin typeface="Noto Sans TC"/>
                <a:ea typeface="Noto Sans TC"/>
                <a:cs typeface="Noto Sans TC"/>
                <a:sym typeface="Noto Sans TC"/>
              </a:rPr>
              <a:t>3. ASK David </a:t>
            </a:r>
            <a:r>
              <a:rPr lang="en-US" altLang="zh-TW" sz="3000" b="1" dirty="0" err="1">
                <a:latin typeface="Noto Sans TC"/>
                <a:ea typeface="Noto Sans TC"/>
                <a:cs typeface="Noto Sans TC"/>
                <a:sym typeface="Noto Sans TC"/>
              </a:rPr>
              <a:t>運作流程圖（以基金終止諮詢為例</a:t>
            </a:r>
            <a:r>
              <a:rPr lang="en-US" altLang="zh-TW" sz="3000" b="1" dirty="0">
                <a:latin typeface="Noto Sans TC"/>
                <a:ea typeface="Noto Sans TC"/>
                <a:cs typeface="Noto Sans TC"/>
                <a:sym typeface="Noto Sans TC"/>
              </a:rPr>
              <a:t>)(1/1)</a:t>
            </a:r>
            <a:endParaRPr lang="zh-TW" altLang="en-US" sz="3000" dirty="0">
              <a:latin typeface="微軟正黑體" panose="020B0604030504040204" pitchFamily="34" charset="-120"/>
              <a:ea typeface="微軟正黑體" panose="020B0604030504040204" pitchFamily="34" charset="-120"/>
            </a:endParaRPr>
          </a:p>
        </p:txBody>
      </p:sp>
      <p:pic>
        <p:nvPicPr>
          <p:cNvPr id="2" name="Google Shape;163;p17" descr="image.png">
            <a:extLst>
              <a:ext uri="{FF2B5EF4-FFF2-40B4-BE49-F238E27FC236}">
                <a16:creationId xmlns:a16="http://schemas.microsoft.com/office/drawing/2014/main" id="{048BBB1E-FD8B-1993-1A11-BE1B9F731D3F}"/>
              </a:ext>
            </a:extLst>
          </p:cNvPr>
          <p:cNvPicPr preferRelativeResize="0"/>
          <p:nvPr/>
        </p:nvPicPr>
        <p:blipFill rotWithShape="1">
          <a:blip r:embed="rId2">
            <a:alphaModFix/>
          </a:blip>
          <a:srcRect/>
          <a:stretch/>
        </p:blipFill>
        <p:spPr>
          <a:xfrm>
            <a:off x="539303" y="1623140"/>
            <a:ext cx="11049000" cy="3862387"/>
          </a:xfrm>
          <a:prstGeom prst="rect">
            <a:avLst/>
          </a:prstGeom>
          <a:noFill/>
          <a:ln>
            <a:noFill/>
          </a:ln>
        </p:spPr>
      </p:pic>
      <p:pic>
        <p:nvPicPr>
          <p:cNvPr id="5" name="Google Shape;164;p17" descr="image.png">
            <a:extLst>
              <a:ext uri="{FF2B5EF4-FFF2-40B4-BE49-F238E27FC236}">
                <a16:creationId xmlns:a16="http://schemas.microsoft.com/office/drawing/2014/main" id="{7754B2B3-B577-FB99-1AC0-C5FBE5680A0D}"/>
              </a:ext>
            </a:extLst>
          </p:cNvPr>
          <p:cNvPicPr preferRelativeResize="0"/>
          <p:nvPr/>
        </p:nvPicPr>
        <p:blipFill rotWithShape="1">
          <a:blip r:embed="rId3">
            <a:alphaModFix/>
          </a:blip>
          <a:srcRect/>
          <a:stretch/>
        </p:blipFill>
        <p:spPr>
          <a:xfrm>
            <a:off x="825053" y="2865854"/>
            <a:ext cx="2286000" cy="1376957"/>
          </a:xfrm>
          <a:prstGeom prst="rect">
            <a:avLst/>
          </a:prstGeom>
          <a:noFill/>
          <a:ln>
            <a:noFill/>
          </a:ln>
        </p:spPr>
      </p:pic>
      <p:pic>
        <p:nvPicPr>
          <p:cNvPr id="6" name="Google Shape;165;p17" descr="image.png">
            <a:extLst>
              <a:ext uri="{FF2B5EF4-FFF2-40B4-BE49-F238E27FC236}">
                <a16:creationId xmlns:a16="http://schemas.microsoft.com/office/drawing/2014/main" id="{E4752C27-1DC6-12CD-D387-1672BEA48D27}"/>
              </a:ext>
            </a:extLst>
          </p:cNvPr>
          <p:cNvPicPr preferRelativeResize="0"/>
          <p:nvPr/>
        </p:nvPicPr>
        <p:blipFill rotWithShape="1">
          <a:blip r:embed="rId4">
            <a:alphaModFix/>
          </a:blip>
          <a:srcRect/>
          <a:stretch/>
        </p:blipFill>
        <p:spPr>
          <a:xfrm>
            <a:off x="3492053" y="2592308"/>
            <a:ext cx="4691062" cy="1924050"/>
          </a:xfrm>
          <a:prstGeom prst="rect">
            <a:avLst/>
          </a:prstGeom>
          <a:noFill/>
          <a:ln>
            <a:noFill/>
          </a:ln>
        </p:spPr>
      </p:pic>
      <p:pic>
        <p:nvPicPr>
          <p:cNvPr id="7" name="Google Shape;166;p17" descr="image.png">
            <a:extLst>
              <a:ext uri="{FF2B5EF4-FFF2-40B4-BE49-F238E27FC236}">
                <a16:creationId xmlns:a16="http://schemas.microsoft.com/office/drawing/2014/main" id="{3DA6E728-211F-8A99-6D2F-81879B3E1387}"/>
              </a:ext>
            </a:extLst>
          </p:cNvPr>
          <p:cNvPicPr preferRelativeResize="0"/>
          <p:nvPr/>
        </p:nvPicPr>
        <p:blipFill rotWithShape="1">
          <a:blip r:embed="rId5">
            <a:alphaModFix/>
          </a:blip>
          <a:srcRect/>
          <a:stretch/>
        </p:blipFill>
        <p:spPr>
          <a:xfrm>
            <a:off x="3720654" y="3142941"/>
            <a:ext cx="4329914" cy="356624"/>
          </a:xfrm>
          <a:prstGeom prst="rect">
            <a:avLst/>
          </a:prstGeom>
          <a:noFill/>
          <a:ln>
            <a:noFill/>
          </a:ln>
        </p:spPr>
      </p:pic>
      <p:pic>
        <p:nvPicPr>
          <p:cNvPr id="8" name="Google Shape;167;p17" descr="image.png">
            <a:extLst>
              <a:ext uri="{FF2B5EF4-FFF2-40B4-BE49-F238E27FC236}">
                <a16:creationId xmlns:a16="http://schemas.microsoft.com/office/drawing/2014/main" id="{2BE1EEDF-CEEF-3946-949E-88E9E382A2BC}"/>
              </a:ext>
            </a:extLst>
          </p:cNvPr>
          <p:cNvPicPr preferRelativeResize="0"/>
          <p:nvPr/>
        </p:nvPicPr>
        <p:blipFill rotWithShape="1">
          <a:blip r:embed="rId6">
            <a:alphaModFix/>
          </a:blip>
          <a:srcRect/>
          <a:stretch/>
        </p:blipFill>
        <p:spPr>
          <a:xfrm>
            <a:off x="3720654" y="3558181"/>
            <a:ext cx="4329914" cy="343816"/>
          </a:xfrm>
          <a:prstGeom prst="rect">
            <a:avLst/>
          </a:prstGeom>
          <a:noFill/>
          <a:ln>
            <a:noFill/>
          </a:ln>
        </p:spPr>
      </p:pic>
      <p:pic>
        <p:nvPicPr>
          <p:cNvPr id="9" name="Google Shape;168;p17" descr="image.png">
            <a:extLst>
              <a:ext uri="{FF2B5EF4-FFF2-40B4-BE49-F238E27FC236}">
                <a16:creationId xmlns:a16="http://schemas.microsoft.com/office/drawing/2014/main" id="{15BC16FB-DF7E-A31A-3285-0DCAB7849272}"/>
              </a:ext>
            </a:extLst>
          </p:cNvPr>
          <p:cNvPicPr preferRelativeResize="0"/>
          <p:nvPr/>
        </p:nvPicPr>
        <p:blipFill rotWithShape="1">
          <a:blip r:embed="rId7">
            <a:alphaModFix/>
          </a:blip>
          <a:srcRect/>
          <a:stretch/>
        </p:blipFill>
        <p:spPr>
          <a:xfrm>
            <a:off x="3720654" y="3981542"/>
            <a:ext cx="4329914" cy="382415"/>
          </a:xfrm>
          <a:prstGeom prst="rect">
            <a:avLst/>
          </a:prstGeom>
          <a:noFill/>
          <a:ln>
            <a:noFill/>
          </a:ln>
        </p:spPr>
      </p:pic>
      <p:pic>
        <p:nvPicPr>
          <p:cNvPr id="10" name="Google Shape;169;p17" descr="image.png">
            <a:extLst>
              <a:ext uri="{FF2B5EF4-FFF2-40B4-BE49-F238E27FC236}">
                <a16:creationId xmlns:a16="http://schemas.microsoft.com/office/drawing/2014/main" id="{9F176D0A-A306-27FE-706E-27E237E8A480}"/>
              </a:ext>
            </a:extLst>
          </p:cNvPr>
          <p:cNvPicPr preferRelativeResize="0"/>
          <p:nvPr/>
        </p:nvPicPr>
        <p:blipFill rotWithShape="1">
          <a:blip r:embed="rId8">
            <a:alphaModFix/>
          </a:blip>
          <a:srcRect/>
          <a:stretch/>
        </p:blipFill>
        <p:spPr>
          <a:xfrm>
            <a:off x="8445052" y="1908890"/>
            <a:ext cx="2690812" cy="1545431"/>
          </a:xfrm>
          <a:prstGeom prst="rect">
            <a:avLst/>
          </a:prstGeom>
          <a:noFill/>
          <a:ln>
            <a:noFill/>
          </a:ln>
        </p:spPr>
      </p:pic>
      <p:pic>
        <p:nvPicPr>
          <p:cNvPr id="11" name="Google Shape;170;p17" descr="image.png">
            <a:extLst>
              <a:ext uri="{FF2B5EF4-FFF2-40B4-BE49-F238E27FC236}">
                <a16:creationId xmlns:a16="http://schemas.microsoft.com/office/drawing/2014/main" id="{B66C2A8D-D4AE-11A8-CCFF-4B41C91C410C}"/>
              </a:ext>
            </a:extLst>
          </p:cNvPr>
          <p:cNvPicPr preferRelativeResize="0"/>
          <p:nvPr/>
        </p:nvPicPr>
        <p:blipFill rotWithShape="1">
          <a:blip r:embed="rId9">
            <a:alphaModFix/>
          </a:blip>
          <a:srcRect/>
          <a:stretch/>
        </p:blipFill>
        <p:spPr>
          <a:xfrm>
            <a:off x="8445053" y="3649582"/>
            <a:ext cx="2690812" cy="1719353"/>
          </a:xfrm>
          <a:prstGeom prst="rect">
            <a:avLst/>
          </a:prstGeom>
          <a:noFill/>
          <a:ln>
            <a:noFill/>
          </a:ln>
        </p:spPr>
      </p:pic>
      <p:pic>
        <p:nvPicPr>
          <p:cNvPr id="12" name="Google Shape;171;p17" descr="image.png">
            <a:extLst>
              <a:ext uri="{FF2B5EF4-FFF2-40B4-BE49-F238E27FC236}">
                <a16:creationId xmlns:a16="http://schemas.microsoft.com/office/drawing/2014/main" id="{EE3A601A-BF7E-C642-6086-7E2E35C01BD4}"/>
              </a:ext>
            </a:extLst>
          </p:cNvPr>
          <p:cNvPicPr preferRelativeResize="0"/>
          <p:nvPr/>
        </p:nvPicPr>
        <p:blipFill rotWithShape="1">
          <a:blip r:embed="rId10">
            <a:alphaModFix/>
          </a:blip>
          <a:srcRect/>
          <a:stretch/>
        </p:blipFill>
        <p:spPr>
          <a:xfrm>
            <a:off x="9385532" y="1789938"/>
            <a:ext cx="781050" cy="190500"/>
          </a:xfrm>
          <a:prstGeom prst="rect">
            <a:avLst/>
          </a:prstGeom>
          <a:noFill/>
          <a:ln>
            <a:noFill/>
          </a:ln>
        </p:spPr>
      </p:pic>
      <p:pic>
        <p:nvPicPr>
          <p:cNvPr id="13" name="Google Shape;172;p17" descr="image.png">
            <a:extLst>
              <a:ext uri="{FF2B5EF4-FFF2-40B4-BE49-F238E27FC236}">
                <a16:creationId xmlns:a16="http://schemas.microsoft.com/office/drawing/2014/main" id="{528416DE-4254-1F36-9835-475C1ACBC02E}"/>
              </a:ext>
            </a:extLst>
          </p:cNvPr>
          <p:cNvPicPr preferRelativeResize="0"/>
          <p:nvPr/>
        </p:nvPicPr>
        <p:blipFill rotWithShape="1">
          <a:blip r:embed="rId11">
            <a:alphaModFix/>
          </a:blip>
          <a:srcRect/>
          <a:stretch/>
        </p:blipFill>
        <p:spPr>
          <a:xfrm>
            <a:off x="9266503" y="3516233"/>
            <a:ext cx="1019108" cy="219075"/>
          </a:xfrm>
          <a:prstGeom prst="rect">
            <a:avLst/>
          </a:prstGeom>
          <a:noFill/>
          <a:ln>
            <a:noFill/>
          </a:ln>
        </p:spPr>
      </p:pic>
      <p:pic>
        <p:nvPicPr>
          <p:cNvPr id="14" name="Google Shape;175;p17" descr="image.png">
            <a:extLst>
              <a:ext uri="{FF2B5EF4-FFF2-40B4-BE49-F238E27FC236}">
                <a16:creationId xmlns:a16="http://schemas.microsoft.com/office/drawing/2014/main" id="{D0F3D90A-E564-14B8-3B51-DCA79361A8C7}"/>
              </a:ext>
            </a:extLst>
          </p:cNvPr>
          <p:cNvPicPr preferRelativeResize="0"/>
          <p:nvPr/>
        </p:nvPicPr>
        <p:blipFill rotWithShape="1">
          <a:blip r:embed="rId12">
            <a:alphaModFix/>
          </a:blip>
          <a:srcRect/>
          <a:stretch/>
        </p:blipFill>
        <p:spPr>
          <a:xfrm>
            <a:off x="815528" y="1023065"/>
            <a:ext cx="11049000" cy="419100"/>
          </a:xfrm>
          <a:prstGeom prst="rect">
            <a:avLst/>
          </a:prstGeom>
          <a:noFill/>
          <a:ln>
            <a:noFill/>
          </a:ln>
        </p:spPr>
      </p:pic>
      <p:sp>
        <p:nvSpPr>
          <p:cNvPr id="15" name="Google Shape;176;p17">
            <a:extLst>
              <a:ext uri="{FF2B5EF4-FFF2-40B4-BE49-F238E27FC236}">
                <a16:creationId xmlns:a16="http://schemas.microsoft.com/office/drawing/2014/main" id="{DCCACFA9-2FA8-6C18-60B5-829C26DD1C61}"/>
              </a:ext>
            </a:extLst>
          </p:cNvPr>
          <p:cNvSpPr txBox="1"/>
          <p:nvPr/>
        </p:nvSpPr>
        <p:spPr>
          <a:xfrm>
            <a:off x="508716" y="5427551"/>
            <a:ext cx="11049000" cy="323165"/>
          </a:xfrm>
          <a:prstGeom prst="rect">
            <a:avLst/>
          </a:prstGeom>
          <a:noFill/>
          <a:ln>
            <a:noFill/>
          </a:ln>
        </p:spPr>
        <p:txBody>
          <a:bodyPr spcFirstLastPara="1" wrap="square" lIns="142875" tIns="0" rIns="0" bIns="0" anchor="t" anchorCtr="0">
            <a:spAutoFit/>
          </a:bodyPr>
          <a:lstStyle/>
          <a:p>
            <a:pPr marL="0" marR="0" lvl="0" indent="0" algn="ctr" rtl="0">
              <a:lnSpc>
                <a:spcPct val="149955"/>
              </a:lnSpc>
              <a:spcBef>
                <a:spcPts val="0"/>
              </a:spcBef>
              <a:spcAft>
                <a:spcPts val="0"/>
              </a:spcAft>
              <a:buNone/>
            </a:pPr>
            <a:r>
              <a:rPr lang="en-US" sz="1400" b="0" i="0" u="none" strike="noStrike" cap="none" dirty="0" err="1">
                <a:solidFill>
                  <a:srgbClr val="555555"/>
                </a:solidFill>
                <a:latin typeface="Noto Sans TC"/>
                <a:ea typeface="Noto Sans TC"/>
                <a:cs typeface="Noto Sans TC"/>
                <a:sym typeface="Noto Sans TC"/>
              </a:rPr>
              <a:t>系統具備</a:t>
            </a:r>
            <a:r>
              <a:rPr lang="en-US" sz="1400" b="1" i="0" u="none" strike="noStrike" cap="none" dirty="0" err="1">
                <a:solidFill>
                  <a:srgbClr val="FF0000"/>
                </a:solidFill>
                <a:latin typeface="Noto Sans TC"/>
                <a:ea typeface="Noto Sans TC"/>
                <a:cs typeface="Noto Sans TC"/>
                <a:sym typeface="Noto Sans TC"/>
              </a:rPr>
              <a:t>自主糾錯循環</a:t>
            </a:r>
            <a:r>
              <a:rPr lang="en-US" sz="1400" b="0" i="0" u="none" strike="noStrike" cap="none" dirty="0" err="1">
                <a:solidFill>
                  <a:srgbClr val="555555"/>
                </a:solidFill>
                <a:latin typeface="Noto Sans TC"/>
                <a:ea typeface="Noto Sans TC"/>
                <a:cs typeface="Noto Sans TC"/>
                <a:sym typeface="Noto Sans TC"/>
              </a:rPr>
              <a:t>與</a:t>
            </a:r>
            <a:r>
              <a:rPr lang="en-US" sz="1400" b="1" i="0" u="none" strike="noStrike" cap="none" dirty="0" err="1">
                <a:solidFill>
                  <a:srgbClr val="FF0000"/>
                </a:solidFill>
                <a:latin typeface="Noto Sans TC"/>
                <a:ea typeface="Noto Sans TC"/>
                <a:cs typeface="Noto Sans TC"/>
                <a:sym typeface="Noto Sans TC"/>
              </a:rPr>
              <a:t>真人專家最後把關機制</a:t>
            </a:r>
            <a:r>
              <a:rPr lang="en-US" sz="1400" b="1" i="0" u="none" strike="noStrike" cap="none" dirty="0" err="1">
                <a:solidFill>
                  <a:srgbClr val="555555"/>
                </a:solidFill>
                <a:latin typeface="Noto Sans TC"/>
                <a:ea typeface="Noto Sans TC"/>
                <a:cs typeface="Noto Sans TC"/>
                <a:sym typeface="Noto Sans TC"/>
              </a:rPr>
              <a:t>（HITL</a:t>
            </a:r>
            <a:r>
              <a:rPr lang="en-US" sz="1400" b="1" i="0" u="none" strike="noStrike" cap="none" dirty="0">
                <a:solidFill>
                  <a:srgbClr val="555555"/>
                </a:solidFill>
                <a:latin typeface="Noto Sans TC"/>
                <a:ea typeface="Noto Sans TC"/>
                <a:cs typeface="Noto Sans TC"/>
                <a:sym typeface="Noto Sans TC"/>
              </a:rPr>
              <a:t>）</a:t>
            </a:r>
            <a:r>
              <a:rPr lang="en-US" sz="1400" b="0" i="0" u="none" strike="noStrike" cap="none" dirty="0">
                <a:solidFill>
                  <a:srgbClr val="555555"/>
                </a:solidFill>
                <a:latin typeface="Noto Sans TC"/>
                <a:ea typeface="Noto Sans TC"/>
                <a:cs typeface="Noto Sans TC"/>
                <a:sym typeface="Noto Sans TC"/>
              </a:rPr>
              <a:t>，</a:t>
            </a:r>
            <a:r>
              <a:rPr lang="en-US" sz="1400" b="0" i="0" u="none" strike="noStrike" cap="none" dirty="0" err="1">
                <a:solidFill>
                  <a:srgbClr val="555555"/>
                </a:solidFill>
                <a:latin typeface="Noto Sans TC"/>
                <a:ea typeface="Noto Sans TC"/>
                <a:cs typeface="Noto Sans TC"/>
                <a:sym typeface="Noto Sans TC"/>
              </a:rPr>
              <a:t>這正是它能處理高風險金融業務、且不會胡言亂語的技術關鍵</a:t>
            </a:r>
            <a:r>
              <a:rPr lang="en-US" sz="1400" b="0" i="0" u="none" strike="noStrike" cap="none" dirty="0">
                <a:solidFill>
                  <a:srgbClr val="555555"/>
                </a:solidFill>
                <a:latin typeface="Noto Sans TC"/>
                <a:ea typeface="Noto Sans TC"/>
                <a:cs typeface="Noto Sans TC"/>
                <a:sym typeface="Noto Sans TC"/>
              </a:rPr>
              <a:t>。</a:t>
            </a:r>
            <a:endParaRPr sz="1400" dirty="0"/>
          </a:p>
        </p:txBody>
      </p:sp>
      <p:pic>
        <p:nvPicPr>
          <p:cNvPr id="16" name="Google Shape;177;p17" descr="image.png">
            <a:extLst>
              <a:ext uri="{FF2B5EF4-FFF2-40B4-BE49-F238E27FC236}">
                <a16:creationId xmlns:a16="http://schemas.microsoft.com/office/drawing/2014/main" id="{288F7EA3-898F-53D4-0E1D-69BD3152187A}"/>
              </a:ext>
            </a:extLst>
          </p:cNvPr>
          <p:cNvPicPr preferRelativeResize="0"/>
          <p:nvPr/>
        </p:nvPicPr>
        <p:blipFill rotWithShape="1">
          <a:blip r:embed="rId13">
            <a:alphaModFix/>
          </a:blip>
          <a:srcRect/>
          <a:stretch/>
        </p:blipFill>
        <p:spPr>
          <a:xfrm>
            <a:off x="634553" y="1156415"/>
            <a:ext cx="152400" cy="152400"/>
          </a:xfrm>
          <a:prstGeom prst="rect">
            <a:avLst/>
          </a:prstGeom>
          <a:noFill/>
          <a:ln>
            <a:noFill/>
          </a:ln>
        </p:spPr>
      </p:pic>
      <p:pic>
        <p:nvPicPr>
          <p:cNvPr id="17" name="Google Shape;178;p17" descr="image.png">
            <a:extLst>
              <a:ext uri="{FF2B5EF4-FFF2-40B4-BE49-F238E27FC236}">
                <a16:creationId xmlns:a16="http://schemas.microsoft.com/office/drawing/2014/main" id="{52ADA6FC-1429-90BD-68E2-CA7DE2EC1F28}"/>
              </a:ext>
            </a:extLst>
          </p:cNvPr>
          <p:cNvPicPr preferRelativeResize="0"/>
          <p:nvPr/>
        </p:nvPicPr>
        <p:blipFill rotWithShape="1">
          <a:blip r:embed="rId14">
            <a:alphaModFix/>
          </a:blip>
          <a:srcRect/>
          <a:stretch/>
        </p:blipFill>
        <p:spPr>
          <a:xfrm>
            <a:off x="1039835" y="5529770"/>
            <a:ext cx="142875" cy="142875"/>
          </a:xfrm>
          <a:prstGeom prst="rect">
            <a:avLst/>
          </a:prstGeom>
          <a:noFill/>
          <a:ln>
            <a:noFill/>
          </a:ln>
        </p:spPr>
      </p:pic>
      <p:sp>
        <p:nvSpPr>
          <p:cNvPr id="18" name="Google Shape;179;p17">
            <a:extLst>
              <a:ext uri="{FF2B5EF4-FFF2-40B4-BE49-F238E27FC236}">
                <a16:creationId xmlns:a16="http://schemas.microsoft.com/office/drawing/2014/main" id="{677A676C-EFF1-C390-C70B-AB56AF409393}"/>
              </a:ext>
            </a:extLst>
          </p:cNvPr>
          <p:cNvSpPr txBox="1"/>
          <p:nvPr/>
        </p:nvSpPr>
        <p:spPr>
          <a:xfrm>
            <a:off x="937924" y="3027779"/>
            <a:ext cx="2060257" cy="430887"/>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400" b="1" i="0" u="none" strike="noStrike" cap="none" dirty="0">
                <a:solidFill>
                  <a:srgbClr val="002C77"/>
                </a:solidFill>
                <a:latin typeface="Noto Sans TC"/>
                <a:ea typeface="Noto Sans TC"/>
                <a:cs typeface="Noto Sans TC"/>
                <a:sym typeface="Noto Sans TC"/>
              </a:rPr>
              <a:t>1. </a:t>
            </a:r>
            <a:r>
              <a:rPr lang="en-US" sz="1400" b="1" i="0" u="none" strike="noStrike" cap="none" dirty="0" err="1">
                <a:solidFill>
                  <a:srgbClr val="002C77"/>
                </a:solidFill>
                <a:latin typeface="Noto Sans TC"/>
                <a:ea typeface="Noto Sans TC"/>
                <a:cs typeface="Noto Sans TC"/>
                <a:sym typeface="Noto Sans TC"/>
              </a:rPr>
              <a:t>總編排器大腦</a:t>
            </a:r>
            <a:br>
              <a:rPr lang="en-US" sz="1400" b="0" i="0" u="none" strike="noStrike" cap="none" dirty="0">
                <a:solidFill>
                  <a:schemeClr val="dk1"/>
                </a:solidFill>
                <a:latin typeface="Calibri"/>
                <a:ea typeface="Calibri"/>
                <a:cs typeface="Calibri"/>
                <a:sym typeface="Calibri"/>
              </a:rPr>
            </a:br>
            <a:r>
              <a:rPr lang="en-US" sz="1400" b="1" i="0" u="none" strike="noStrike" cap="none" dirty="0">
                <a:solidFill>
                  <a:srgbClr val="002C77"/>
                </a:solidFill>
                <a:latin typeface="Noto Sans TC"/>
                <a:ea typeface="Noto Sans TC"/>
                <a:cs typeface="Noto Sans TC"/>
                <a:sym typeface="Noto Sans TC"/>
              </a:rPr>
              <a:t> (Supervisor Agent)</a:t>
            </a:r>
            <a:endParaRPr sz="1400" dirty="0"/>
          </a:p>
        </p:txBody>
      </p:sp>
      <p:pic>
        <p:nvPicPr>
          <p:cNvPr id="20" name="Google Shape;181;p17" descr="image.png">
            <a:extLst>
              <a:ext uri="{FF2B5EF4-FFF2-40B4-BE49-F238E27FC236}">
                <a16:creationId xmlns:a16="http://schemas.microsoft.com/office/drawing/2014/main" id="{D3636D69-C926-6965-BC62-209767E3D5F9}"/>
              </a:ext>
            </a:extLst>
          </p:cNvPr>
          <p:cNvPicPr preferRelativeResize="0"/>
          <p:nvPr/>
        </p:nvPicPr>
        <p:blipFill rotWithShape="1">
          <a:blip r:embed="rId15">
            <a:alphaModFix/>
          </a:blip>
          <a:srcRect/>
          <a:stretch/>
        </p:blipFill>
        <p:spPr>
          <a:xfrm>
            <a:off x="3230115" y="3454321"/>
            <a:ext cx="142875" cy="228600"/>
          </a:xfrm>
          <a:prstGeom prst="rect">
            <a:avLst/>
          </a:prstGeom>
          <a:noFill/>
          <a:ln>
            <a:noFill/>
          </a:ln>
        </p:spPr>
      </p:pic>
      <p:sp>
        <p:nvSpPr>
          <p:cNvPr id="21" name="Google Shape;182;p17">
            <a:extLst>
              <a:ext uri="{FF2B5EF4-FFF2-40B4-BE49-F238E27FC236}">
                <a16:creationId xmlns:a16="http://schemas.microsoft.com/office/drawing/2014/main" id="{321B0F5B-F130-DB9C-CEB9-997FB9F1EDD6}"/>
              </a:ext>
            </a:extLst>
          </p:cNvPr>
          <p:cNvSpPr txBox="1"/>
          <p:nvPr/>
        </p:nvSpPr>
        <p:spPr>
          <a:xfrm>
            <a:off x="3435976" y="2806620"/>
            <a:ext cx="4267200" cy="184666"/>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00" b="1" i="0" u="none" strike="noStrike" cap="none" dirty="0">
                <a:solidFill>
                  <a:srgbClr val="002C77"/>
                </a:solidFill>
                <a:latin typeface="Noto Sans TC"/>
                <a:ea typeface="Noto Sans TC"/>
                <a:cs typeface="Noto Sans TC"/>
                <a:sym typeface="Noto Sans TC"/>
              </a:rPr>
              <a:t>2. </a:t>
            </a:r>
            <a:r>
              <a:rPr lang="en-US" sz="1200" b="1" i="0" u="none" strike="noStrike" cap="none" dirty="0" err="1">
                <a:solidFill>
                  <a:srgbClr val="002C77"/>
                </a:solidFill>
                <a:latin typeface="Noto Sans TC"/>
                <a:ea typeface="Noto Sans TC"/>
                <a:cs typeface="Noto Sans TC"/>
                <a:sym typeface="Noto Sans TC"/>
              </a:rPr>
              <a:t>專業子代理分工執行</a:t>
            </a:r>
            <a:r>
              <a:rPr lang="en-US" sz="1200" b="1" i="0" u="none" strike="noStrike" cap="none" dirty="0">
                <a:solidFill>
                  <a:srgbClr val="002C77"/>
                </a:solidFill>
                <a:latin typeface="Noto Sans TC"/>
                <a:ea typeface="Noto Sans TC"/>
                <a:cs typeface="Noto Sans TC"/>
                <a:sym typeface="Noto Sans TC"/>
              </a:rPr>
              <a:t> (Parallel)</a:t>
            </a:r>
            <a:endParaRPr sz="1200" dirty="0"/>
          </a:p>
        </p:txBody>
      </p:sp>
      <p:pic>
        <p:nvPicPr>
          <p:cNvPr id="22" name="Google Shape;183;p17" descr="image.png">
            <a:extLst>
              <a:ext uri="{FF2B5EF4-FFF2-40B4-BE49-F238E27FC236}">
                <a16:creationId xmlns:a16="http://schemas.microsoft.com/office/drawing/2014/main" id="{93BDA3CA-6AAC-CEF5-DDAB-EC7C91CD6410}"/>
              </a:ext>
            </a:extLst>
          </p:cNvPr>
          <p:cNvPicPr preferRelativeResize="0"/>
          <p:nvPr/>
        </p:nvPicPr>
        <p:blipFill rotWithShape="1">
          <a:blip r:embed="rId15">
            <a:alphaModFix/>
          </a:blip>
          <a:srcRect/>
          <a:stretch/>
        </p:blipFill>
        <p:spPr>
          <a:xfrm>
            <a:off x="8183115" y="3454321"/>
            <a:ext cx="142875" cy="228600"/>
          </a:xfrm>
          <a:prstGeom prst="rect">
            <a:avLst/>
          </a:prstGeom>
          <a:noFill/>
          <a:ln>
            <a:noFill/>
          </a:ln>
        </p:spPr>
      </p:pic>
      <p:pic>
        <p:nvPicPr>
          <p:cNvPr id="23" name="Google Shape;184;p17" descr="image.png">
            <a:extLst>
              <a:ext uri="{FF2B5EF4-FFF2-40B4-BE49-F238E27FC236}">
                <a16:creationId xmlns:a16="http://schemas.microsoft.com/office/drawing/2014/main" id="{57BDF82B-E151-032C-DDE6-29D3691D776C}"/>
              </a:ext>
            </a:extLst>
          </p:cNvPr>
          <p:cNvPicPr preferRelativeResize="0"/>
          <p:nvPr/>
        </p:nvPicPr>
        <p:blipFill rotWithShape="1">
          <a:blip r:embed="rId16">
            <a:alphaModFix/>
          </a:blip>
          <a:srcRect/>
          <a:stretch/>
        </p:blipFill>
        <p:spPr>
          <a:xfrm>
            <a:off x="3673028" y="3237426"/>
            <a:ext cx="123825" cy="123825"/>
          </a:xfrm>
          <a:prstGeom prst="rect">
            <a:avLst/>
          </a:prstGeom>
          <a:noFill/>
          <a:ln>
            <a:noFill/>
          </a:ln>
        </p:spPr>
      </p:pic>
      <p:pic>
        <p:nvPicPr>
          <p:cNvPr id="24" name="Google Shape;185;p17" descr="image.png">
            <a:extLst>
              <a:ext uri="{FF2B5EF4-FFF2-40B4-BE49-F238E27FC236}">
                <a16:creationId xmlns:a16="http://schemas.microsoft.com/office/drawing/2014/main" id="{F5CCC36D-C9D0-58D5-9B0D-AED25990C625}"/>
              </a:ext>
            </a:extLst>
          </p:cNvPr>
          <p:cNvPicPr preferRelativeResize="0"/>
          <p:nvPr/>
        </p:nvPicPr>
        <p:blipFill rotWithShape="1">
          <a:blip r:embed="rId17">
            <a:alphaModFix/>
          </a:blip>
          <a:srcRect/>
          <a:stretch/>
        </p:blipFill>
        <p:spPr>
          <a:xfrm>
            <a:off x="3674770" y="3699972"/>
            <a:ext cx="104775" cy="123825"/>
          </a:xfrm>
          <a:prstGeom prst="rect">
            <a:avLst/>
          </a:prstGeom>
          <a:noFill/>
          <a:ln>
            <a:noFill/>
          </a:ln>
        </p:spPr>
      </p:pic>
      <p:pic>
        <p:nvPicPr>
          <p:cNvPr id="25" name="Google Shape;186;p17" descr="image.png">
            <a:extLst>
              <a:ext uri="{FF2B5EF4-FFF2-40B4-BE49-F238E27FC236}">
                <a16:creationId xmlns:a16="http://schemas.microsoft.com/office/drawing/2014/main" id="{AD4D5EBF-8982-6DAA-D880-8513F4D3C964}"/>
              </a:ext>
            </a:extLst>
          </p:cNvPr>
          <p:cNvPicPr preferRelativeResize="0"/>
          <p:nvPr/>
        </p:nvPicPr>
        <p:blipFill rotWithShape="1">
          <a:blip r:embed="rId18">
            <a:alphaModFix/>
          </a:blip>
          <a:srcRect/>
          <a:stretch/>
        </p:blipFill>
        <p:spPr>
          <a:xfrm>
            <a:off x="3672624" y="4133197"/>
            <a:ext cx="152400" cy="123825"/>
          </a:xfrm>
          <a:prstGeom prst="rect">
            <a:avLst/>
          </a:prstGeom>
          <a:noFill/>
          <a:ln>
            <a:noFill/>
          </a:ln>
        </p:spPr>
      </p:pic>
      <p:sp>
        <p:nvSpPr>
          <p:cNvPr id="26" name="Google Shape;187;p17">
            <a:extLst>
              <a:ext uri="{FF2B5EF4-FFF2-40B4-BE49-F238E27FC236}">
                <a16:creationId xmlns:a16="http://schemas.microsoft.com/office/drawing/2014/main" id="{AEF9D891-E05E-C629-4543-C80B3B9AC786}"/>
              </a:ext>
            </a:extLst>
          </p:cNvPr>
          <p:cNvSpPr txBox="1"/>
          <p:nvPr/>
        </p:nvSpPr>
        <p:spPr>
          <a:xfrm>
            <a:off x="8666183" y="2069922"/>
            <a:ext cx="2060257" cy="430887"/>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400" b="1" i="0" u="none" strike="noStrike" cap="none" dirty="0">
                <a:solidFill>
                  <a:srgbClr val="002C77"/>
                </a:solidFill>
                <a:latin typeface="Noto Sans TC"/>
                <a:ea typeface="Noto Sans TC"/>
                <a:cs typeface="Noto Sans TC"/>
                <a:sym typeface="Noto Sans TC"/>
              </a:rPr>
              <a:t>3. </a:t>
            </a:r>
            <a:r>
              <a:rPr lang="en-US" sz="1400" b="1" i="0" u="none" strike="noStrike" cap="none" dirty="0" err="1">
                <a:solidFill>
                  <a:srgbClr val="002C77"/>
                </a:solidFill>
                <a:latin typeface="Noto Sans TC"/>
                <a:ea typeface="Noto Sans TC"/>
                <a:cs typeface="Noto Sans TC"/>
                <a:sym typeface="Noto Sans TC"/>
              </a:rPr>
              <a:t>自省裁判機制</a:t>
            </a:r>
            <a:br>
              <a:rPr lang="en-US" sz="1400" b="0" i="0" u="none" strike="noStrike" cap="none" dirty="0">
                <a:solidFill>
                  <a:schemeClr val="dk1"/>
                </a:solidFill>
                <a:latin typeface="Calibri"/>
                <a:ea typeface="Calibri"/>
                <a:cs typeface="Calibri"/>
                <a:sym typeface="Calibri"/>
              </a:rPr>
            </a:br>
            <a:r>
              <a:rPr lang="en-US" sz="1400" b="1" i="0" u="none" strike="noStrike" cap="none" dirty="0">
                <a:solidFill>
                  <a:srgbClr val="002C77"/>
                </a:solidFill>
                <a:latin typeface="Noto Sans TC"/>
                <a:ea typeface="Noto Sans TC"/>
                <a:cs typeface="Noto Sans TC"/>
                <a:sym typeface="Noto Sans TC"/>
              </a:rPr>
              <a:t> (Reflection Agent)</a:t>
            </a:r>
            <a:endParaRPr sz="1400" dirty="0"/>
          </a:p>
        </p:txBody>
      </p:sp>
      <p:sp>
        <p:nvSpPr>
          <p:cNvPr id="27" name="Google Shape;188;p17">
            <a:extLst>
              <a:ext uri="{FF2B5EF4-FFF2-40B4-BE49-F238E27FC236}">
                <a16:creationId xmlns:a16="http://schemas.microsoft.com/office/drawing/2014/main" id="{6C87E00B-754A-56A4-C106-9EA168BABDA3}"/>
              </a:ext>
            </a:extLst>
          </p:cNvPr>
          <p:cNvSpPr txBox="1"/>
          <p:nvPr/>
        </p:nvSpPr>
        <p:spPr>
          <a:xfrm>
            <a:off x="8724139" y="2538281"/>
            <a:ext cx="2060256" cy="775597"/>
          </a:xfrm>
          <a:prstGeom prst="rect">
            <a:avLst/>
          </a:prstGeom>
          <a:noFill/>
          <a:ln>
            <a:noFill/>
          </a:ln>
        </p:spPr>
        <p:txBody>
          <a:bodyPr spcFirstLastPara="1" wrap="square" lIns="0" tIns="0" rIns="0" bIns="0" anchor="t" anchorCtr="0">
            <a:spAutoFit/>
          </a:bodyPr>
          <a:lstStyle/>
          <a:p>
            <a:pPr marL="0" marR="0" lvl="0" indent="0" algn="ctr" rtl="0">
              <a:lnSpc>
                <a:spcPct val="139897"/>
              </a:lnSpc>
              <a:spcBef>
                <a:spcPts val="0"/>
              </a:spcBef>
              <a:spcAft>
                <a:spcPts val="0"/>
              </a:spcAft>
              <a:buNone/>
            </a:pPr>
            <a:r>
              <a:rPr lang="en-US" sz="1200" b="0" i="0" u="none" strike="noStrike" cap="none" dirty="0" err="1">
                <a:solidFill>
                  <a:srgbClr val="555555"/>
                </a:solidFill>
                <a:latin typeface="Noto Sans TC"/>
                <a:ea typeface="Noto Sans TC"/>
                <a:cs typeface="Noto Sans TC"/>
                <a:sym typeface="Noto Sans TC"/>
              </a:rPr>
              <a:t>節點交叉檢查：數據是否有矛盾？文件引用是否確實？若不及格則退回步驟</a:t>
            </a:r>
            <a:r>
              <a:rPr lang="en-US" sz="1200" b="0" i="0" u="none" strike="noStrike" cap="none" dirty="0">
                <a:solidFill>
                  <a:srgbClr val="555555"/>
                </a:solidFill>
                <a:latin typeface="Noto Sans TC"/>
                <a:ea typeface="Noto Sans TC"/>
                <a:cs typeface="Noto Sans TC"/>
                <a:sym typeface="Noto Sans TC"/>
              </a:rPr>
              <a:t> 2 </a:t>
            </a:r>
            <a:r>
              <a:rPr lang="en-US" sz="1200" b="0" i="0" u="none" strike="noStrike" cap="none" dirty="0" err="1">
                <a:solidFill>
                  <a:srgbClr val="555555"/>
                </a:solidFill>
                <a:latin typeface="Noto Sans TC"/>
                <a:ea typeface="Noto Sans TC"/>
                <a:cs typeface="Noto Sans TC"/>
                <a:sym typeface="Noto Sans TC"/>
              </a:rPr>
              <a:t>重新生成</a:t>
            </a:r>
            <a:r>
              <a:rPr lang="en-US" sz="1200" b="0" i="0" u="none" strike="noStrike" cap="none" dirty="0">
                <a:solidFill>
                  <a:srgbClr val="555555"/>
                </a:solidFill>
                <a:latin typeface="Noto Sans TC"/>
                <a:ea typeface="Noto Sans TC"/>
                <a:cs typeface="Noto Sans TC"/>
                <a:sym typeface="Noto Sans TC"/>
              </a:rPr>
              <a:t>。</a:t>
            </a:r>
            <a:endParaRPr sz="1200" dirty="0"/>
          </a:p>
        </p:txBody>
      </p:sp>
      <p:sp>
        <p:nvSpPr>
          <p:cNvPr id="28" name="Google Shape;189;p17">
            <a:extLst>
              <a:ext uri="{FF2B5EF4-FFF2-40B4-BE49-F238E27FC236}">
                <a16:creationId xmlns:a16="http://schemas.microsoft.com/office/drawing/2014/main" id="{40634330-1600-FE26-0D24-AC72CCBB9084}"/>
              </a:ext>
            </a:extLst>
          </p:cNvPr>
          <p:cNvSpPr txBox="1"/>
          <p:nvPr/>
        </p:nvSpPr>
        <p:spPr>
          <a:xfrm>
            <a:off x="8724139" y="3791436"/>
            <a:ext cx="2060257" cy="430887"/>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400" b="1" i="0" u="none" strike="noStrike" cap="none" dirty="0">
                <a:solidFill>
                  <a:srgbClr val="002C77"/>
                </a:solidFill>
                <a:latin typeface="Noto Sans TC"/>
                <a:ea typeface="Noto Sans TC"/>
                <a:cs typeface="Noto Sans TC"/>
                <a:sym typeface="Noto Sans TC"/>
              </a:rPr>
              <a:t>4. </a:t>
            </a:r>
            <a:r>
              <a:rPr lang="en-US" sz="1400" b="1" i="0" u="none" strike="noStrike" cap="none" dirty="0" err="1">
                <a:solidFill>
                  <a:srgbClr val="002C77"/>
                </a:solidFill>
                <a:latin typeface="Noto Sans TC"/>
                <a:ea typeface="Noto Sans TC"/>
                <a:cs typeface="Noto Sans TC"/>
                <a:sym typeface="Noto Sans TC"/>
              </a:rPr>
              <a:t>人類專家審查</a:t>
            </a:r>
            <a:br>
              <a:rPr lang="en-US" sz="1400" b="0" i="0" u="none" strike="noStrike" cap="none" dirty="0">
                <a:solidFill>
                  <a:schemeClr val="dk1"/>
                </a:solidFill>
                <a:latin typeface="Calibri"/>
                <a:ea typeface="Calibri"/>
                <a:cs typeface="Calibri"/>
                <a:sym typeface="Calibri"/>
              </a:rPr>
            </a:br>
            <a:r>
              <a:rPr lang="en-US" sz="1400" b="1" i="0" u="none" strike="noStrike" cap="none" dirty="0">
                <a:solidFill>
                  <a:srgbClr val="002C77"/>
                </a:solidFill>
                <a:latin typeface="Noto Sans TC"/>
                <a:ea typeface="Noto Sans TC"/>
                <a:cs typeface="Noto Sans TC"/>
                <a:sym typeface="Noto Sans TC"/>
              </a:rPr>
              <a:t> (Human-in-the-Loop)</a:t>
            </a:r>
            <a:endParaRPr sz="1400" dirty="0"/>
          </a:p>
        </p:txBody>
      </p:sp>
      <p:sp>
        <p:nvSpPr>
          <p:cNvPr id="29" name="Google Shape;190;p17">
            <a:extLst>
              <a:ext uri="{FF2B5EF4-FFF2-40B4-BE49-F238E27FC236}">
                <a16:creationId xmlns:a16="http://schemas.microsoft.com/office/drawing/2014/main" id="{8456ADC7-C33C-1CDB-E562-A48D3DE669DC}"/>
              </a:ext>
            </a:extLst>
          </p:cNvPr>
          <p:cNvSpPr txBox="1"/>
          <p:nvPr/>
        </p:nvSpPr>
        <p:spPr>
          <a:xfrm>
            <a:off x="8666183" y="4277339"/>
            <a:ext cx="2219749" cy="1034129"/>
          </a:xfrm>
          <a:prstGeom prst="rect">
            <a:avLst/>
          </a:prstGeom>
          <a:noFill/>
          <a:ln>
            <a:noFill/>
          </a:ln>
        </p:spPr>
        <p:txBody>
          <a:bodyPr spcFirstLastPara="1" wrap="square" lIns="0" tIns="0" rIns="0" bIns="0" anchor="t" anchorCtr="0">
            <a:spAutoFit/>
          </a:bodyPr>
          <a:lstStyle/>
          <a:p>
            <a:pPr marL="0" marR="0" lvl="0" indent="0" algn="ctr" rtl="0">
              <a:lnSpc>
                <a:spcPct val="139897"/>
              </a:lnSpc>
              <a:spcBef>
                <a:spcPts val="0"/>
              </a:spcBef>
              <a:spcAft>
                <a:spcPts val="0"/>
              </a:spcAft>
              <a:buNone/>
            </a:pPr>
            <a:r>
              <a:rPr lang="en-US" sz="1200" b="1" i="0" u="none" strike="noStrike" cap="none" dirty="0" err="1">
                <a:solidFill>
                  <a:schemeClr val="dk1"/>
                </a:solidFill>
                <a:latin typeface="Noto Sans TC"/>
                <a:ea typeface="Noto Sans TC"/>
                <a:cs typeface="Noto Sans TC"/>
                <a:sym typeface="Noto Sans TC"/>
              </a:rPr>
              <a:t>觸發條件：</a:t>
            </a:r>
            <a:r>
              <a:rPr lang="en-US" sz="1200" b="0" i="0" u="none" strike="noStrike" cap="none" dirty="0" err="1">
                <a:solidFill>
                  <a:srgbClr val="555555"/>
                </a:solidFill>
                <a:latin typeface="Noto Sans TC"/>
                <a:ea typeface="Noto Sans TC"/>
                <a:cs typeface="Noto Sans TC"/>
                <a:sym typeface="Noto Sans TC"/>
              </a:rPr>
              <a:t>涉及百億資金配置或高風險申訴。系統暫停，將草稿派案給「真人專家</a:t>
            </a:r>
            <a:r>
              <a:rPr lang="en-US" sz="1200" b="0" i="0" u="none" strike="noStrike" cap="none" dirty="0">
                <a:solidFill>
                  <a:srgbClr val="555555"/>
                </a:solidFill>
                <a:latin typeface="Noto Sans TC"/>
                <a:ea typeface="Noto Sans TC"/>
                <a:cs typeface="Noto Sans TC"/>
                <a:sym typeface="Noto Sans TC"/>
              </a:rPr>
              <a:t> </a:t>
            </a:r>
            <a:r>
              <a:rPr lang="en-US" sz="1200" b="0" i="0" u="none" strike="noStrike" cap="none" dirty="0" err="1">
                <a:solidFill>
                  <a:srgbClr val="555555"/>
                </a:solidFill>
                <a:latin typeface="Noto Sans TC"/>
                <a:ea typeface="Noto Sans TC"/>
                <a:cs typeface="Noto Sans TC"/>
                <a:sym typeface="Noto Sans TC"/>
              </a:rPr>
              <a:t>David」一鍵審查或修正後才准予放行</a:t>
            </a:r>
            <a:r>
              <a:rPr lang="en-US" sz="975" b="0" i="0" u="none" strike="noStrike" cap="none" dirty="0">
                <a:solidFill>
                  <a:srgbClr val="555555"/>
                </a:solidFill>
                <a:latin typeface="Noto Sans TC"/>
                <a:ea typeface="Noto Sans TC"/>
                <a:cs typeface="Noto Sans TC"/>
                <a:sym typeface="Noto Sans TC"/>
              </a:rPr>
              <a:t>。</a:t>
            </a:r>
            <a:endParaRPr dirty="0"/>
          </a:p>
        </p:txBody>
      </p:sp>
      <p:sp>
        <p:nvSpPr>
          <p:cNvPr id="32" name="Google Shape;154;p16">
            <a:extLst>
              <a:ext uri="{FF2B5EF4-FFF2-40B4-BE49-F238E27FC236}">
                <a16:creationId xmlns:a16="http://schemas.microsoft.com/office/drawing/2014/main" id="{310F2340-AC42-EADD-31AF-6D0032001B44}"/>
              </a:ext>
            </a:extLst>
          </p:cNvPr>
          <p:cNvSpPr txBox="1"/>
          <p:nvPr/>
        </p:nvSpPr>
        <p:spPr>
          <a:xfrm>
            <a:off x="140326" y="5936336"/>
            <a:ext cx="10858500" cy="215444"/>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400" b="0" i="0" u="none" strike="noStrike" cap="none" dirty="0">
                <a:solidFill>
                  <a:srgbClr val="4A5568"/>
                </a:solidFill>
                <a:latin typeface="Noto Sans TC"/>
                <a:ea typeface="Noto Sans TC"/>
                <a:cs typeface="Noto Sans TC"/>
                <a:sym typeface="Noto Sans TC"/>
              </a:rPr>
              <a:t>「</a:t>
            </a:r>
            <a:r>
              <a:rPr lang="en-US" sz="1400" b="0" i="0" u="none" strike="noStrike" cap="none" dirty="0" err="1">
                <a:solidFill>
                  <a:srgbClr val="4A5568"/>
                </a:solidFill>
                <a:latin typeface="Noto Sans TC"/>
                <a:ea typeface="Noto Sans TC"/>
                <a:cs typeface="Noto Sans TC"/>
                <a:sym typeface="Noto Sans TC"/>
              </a:rPr>
              <a:t>這不是自動駕駛，而是配備雷達與自動煞停系統的輔助駕駛，確保金融決策</a:t>
            </a:r>
            <a:r>
              <a:rPr lang="en-US" sz="1400" b="0" i="0" u="none" strike="noStrike" cap="none" dirty="0">
                <a:solidFill>
                  <a:srgbClr val="4A5568"/>
                </a:solidFill>
                <a:latin typeface="Noto Sans TC"/>
                <a:ea typeface="Noto Sans TC"/>
                <a:cs typeface="Noto Sans TC"/>
                <a:sym typeface="Noto Sans TC"/>
              </a:rPr>
              <a:t> 100% </a:t>
            </a:r>
            <a:r>
              <a:rPr lang="en-US" sz="1400" b="0" i="0" u="none" strike="noStrike" cap="none" dirty="0" err="1">
                <a:solidFill>
                  <a:srgbClr val="4A5568"/>
                </a:solidFill>
                <a:latin typeface="Noto Sans TC"/>
                <a:ea typeface="Noto Sans TC"/>
                <a:cs typeface="Noto Sans TC"/>
                <a:sym typeface="Noto Sans TC"/>
              </a:rPr>
              <a:t>正確</a:t>
            </a:r>
            <a:r>
              <a:rPr lang="en-US" sz="1400" b="0" i="0" u="none" strike="noStrike" cap="none" dirty="0">
                <a:solidFill>
                  <a:srgbClr val="4A5568"/>
                </a:solidFill>
                <a:latin typeface="Noto Sans TC"/>
                <a:ea typeface="Noto Sans TC"/>
                <a:cs typeface="Noto Sans TC"/>
                <a:sym typeface="Noto Sans TC"/>
              </a:rPr>
              <a:t>。」</a:t>
            </a:r>
            <a:endParaRPr sz="1400" dirty="0"/>
          </a:p>
        </p:txBody>
      </p:sp>
      <p:sp>
        <p:nvSpPr>
          <p:cNvPr id="3" name="Google Shape;159;p16">
            <a:extLst>
              <a:ext uri="{FF2B5EF4-FFF2-40B4-BE49-F238E27FC236}">
                <a16:creationId xmlns:a16="http://schemas.microsoft.com/office/drawing/2014/main" id="{A377DECE-6B24-2F5C-9BD3-DD2E1CC676FD}"/>
              </a:ext>
            </a:extLst>
          </p:cNvPr>
          <p:cNvSpPr txBox="1"/>
          <p:nvPr/>
        </p:nvSpPr>
        <p:spPr>
          <a:xfrm>
            <a:off x="1063178" y="3562273"/>
            <a:ext cx="1771650" cy="369332"/>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00" b="0" i="0" u="none" strike="noStrike" cap="none" dirty="0" err="1">
                <a:solidFill>
                  <a:srgbClr val="000000"/>
                </a:solidFill>
                <a:latin typeface="Noto Sans TC"/>
                <a:ea typeface="Noto Sans TC"/>
                <a:cs typeface="Noto Sans TC"/>
                <a:sym typeface="Noto Sans TC"/>
              </a:rPr>
              <a:t>拆解任務意圖</a:t>
            </a:r>
            <a:br>
              <a:rPr lang="en-US" sz="1200" b="0" i="0" u="none" strike="noStrike" cap="none" dirty="0">
                <a:solidFill>
                  <a:schemeClr val="dk1"/>
                </a:solidFill>
                <a:latin typeface="Calibri"/>
                <a:ea typeface="Calibri"/>
                <a:cs typeface="Calibri"/>
                <a:sym typeface="Calibri"/>
              </a:rPr>
            </a:br>
            <a:r>
              <a:rPr lang="en-US" sz="1200" b="0" i="0" u="none" strike="noStrike" cap="none" dirty="0">
                <a:solidFill>
                  <a:srgbClr val="000000"/>
                </a:solidFill>
                <a:latin typeface="Noto Sans TC"/>
                <a:ea typeface="Noto Sans TC"/>
                <a:cs typeface="Noto Sans TC"/>
                <a:sym typeface="Noto Sans TC"/>
              </a:rPr>
              <a:t> </a:t>
            </a:r>
            <a:r>
              <a:rPr lang="en-US" sz="1200" b="0" i="0" u="none" strike="noStrike" cap="none" dirty="0" err="1">
                <a:solidFill>
                  <a:srgbClr val="000000"/>
                </a:solidFill>
                <a:latin typeface="Noto Sans TC"/>
                <a:ea typeface="Noto Sans TC"/>
                <a:cs typeface="Noto Sans TC"/>
                <a:sym typeface="Noto Sans TC"/>
              </a:rPr>
              <a:t>分派給子</a:t>
            </a:r>
            <a:r>
              <a:rPr lang="en-US" altLang="zh-TW" sz="1200" b="0" i="0" u="none" strike="noStrike" cap="none" dirty="0" err="1">
                <a:solidFill>
                  <a:srgbClr val="000000"/>
                </a:solidFill>
                <a:latin typeface="Noto Sans TC"/>
                <a:ea typeface="Noto Sans TC"/>
                <a:cs typeface="Noto Sans TC"/>
                <a:sym typeface="Noto Sans TC"/>
              </a:rPr>
              <a:t>Agent</a:t>
            </a:r>
            <a:endParaRPr sz="1200" dirty="0"/>
          </a:p>
        </p:txBody>
      </p:sp>
    </p:spTree>
    <p:extLst>
      <p:ext uri="{BB962C8B-B14F-4D97-AF65-F5344CB8AC3E}">
        <p14:creationId xmlns:p14="http://schemas.microsoft.com/office/powerpoint/2010/main" val="2185322454"/>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52E9AF-F39D-CA26-9BBE-25182AA314CD}"/>
            </a:ext>
          </a:extLst>
        </p:cNvPr>
        <p:cNvGrpSpPr/>
        <p:nvPr/>
      </p:nvGrpSpPr>
      <p:grpSpPr>
        <a:xfrm>
          <a:off x="0" y="0"/>
          <a:ext cx="0" cy="0"/>
          <a:chOff x="0" y="0"/>
          <a:chExt cx="0" cy="0"/>
        </a:xfrm>
      </p:grpSpPr>
      <p:sp>
        <p:nvSpPr>
          <p:cNvPr id="4" name="標題 1">
            <a:extLst>
              <a:ext uri="{FF2B5EF4-FFF2-40B4-BE49-F238E27FC236}">
                <a16:creationId xmlns:a16="http://schemas.microsoft.com/office/drawing/2014/main" id="{D816078E-80DA-D926-607A-3D284500E7A3}"/>
              </a:ext>
            </a:extLst>
          </p:cNvPr>
          <p:cNvSpPr>
            <a:spLocks noGrp="1" noChangeArrowheads="1"/>
          </p:cNvSpPr>
          <p:nvPr>
            <p:ph type="title"/>
          </p:nvPr>
        </p:nvSpPr>
        <p:spPr bwMode="auto">
          <a:xfrm>
            <a:off x="331200" y="162000"/>
            <a:ext cx="11116727" cy="62258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0" compatLnSpc="1">
            <a:prstTxWarp prst="textNoShape">
              <a:avLst/>
            </a:prstTxWarp>
          </a:bodyPr>
          <a:lstStyle/>
          <a:p>
            <a:pPr lvl="0">
              <a:spcBef>
                <a:spcPts val="0"/>
              </a:spcBef>
              <a:spcAft>
                <a:spcPts val="0"/>
              </a:spcAft>
            </a:pPr>
            <a:r>
              <a:rPr lang="en-US" altLang="zh-TW" sz="3000" b="1" dirty="0">
                <a:solidFill>
                  <a:srgbClr val="001A3D"/>
                </a:solidFill>
                <a:latin typeface="Noto Sans TC"/>
                <a:ea typeface="Noto Sans TC"/>
                <a:cs typeface="Noto Sans TC"/>
                <a:sym typeface="Noto Sans TC"/>
              </a:rPr>
              <a:t>4. </a:t>
            </a:r>
            <a:r>
              <a:rPr lang="zh-TW" altLang="en-US" sz="3000" b="1" dirty="0">
                <a:solidFill>
                  <a:srgbClr val="001A3D"/>
                </a:solidFill>
                <a:latin typeface="Noto Sans TC"/>
                <a:ea typeface="Noto Sans TC"/>
                <a:cs typeface="Noto Sans TC"/>
                <a:sym typeface="Noto Sans TC"/>
              </a:rPr>
              <a:t>深度對比：為什麼 </a:t>
            </a:r>
            <a:r>
              <a:rPr lang="en-US" altLang="zh-TW" sz="3000" b="1" dirty="0">
                <a:solidFill>
                  <a:srgbClr val="001A3D"/>
                </a:solidFill>
                <a:latin typeface="Noto Sans TC"/>
                <a:ea typeface="Noto Sans TC"/>
                <a:cs typeface="Noto Sans TC"/>
                <a:sym typeface="Noto Sans TC"/>
              </a:rPr>
              <a:t>ASK David </a:t>
            </a:r>
            <a:r>
              <a:rPr lang="zh-TW" altLang="en-US" sz="3000" b="1" dirty="0">
                <a:solidFill>
                  <a:srgbClr val="001A3D"/>
                </a:solidFill>
                <a:latin typeface="Noto Sans TC"/>
                <a:ea typeface="Noto Sans TC"/>
                <a:cs typeface="Noto Sans TC"/>
                <a:sym typeface="Noto Sans TC"/>
              </a:rPr>
              <a:t>才是金融決策首選？</a:t>
            </a:r>
            <a:r>
              <a:rPr lang="en-US" altLang="zh-TW" sz="3000" b="1" dirty="0">
                <a:solidFill>
                  <a:srgbClr val="001A3D"/>
                </a:solidFill>
                <a:latin typeface="Noto Sans TC"/>
                <a:ea typeface="Noto Sans TC"/>
                <a:cs typeface="Noto Sans TC"/>
                <a:sym typeface="Noto Sans TC"/>
              </a:rPr>
              <a:t>(1/1)</a:t>
            </a:r>
            <a:endParaRPr lang="zh-TW" altLang="en-US" sz="3000" dirty="0"/>
          </a:p>
        </p:txBody>
      </p:sp>
      <p:graphicFrame>
        <p:nvGraphicFramePr>
          <p:cNvPr id="5" name="表格 4">
            <a:extLst>
              <a:ext uri="{FF2B5EF4-FFF2-40B4-BE49-F238E27FC236}">
                <a16:creationId xmlns:a16="http://schemas.microsoft.com/office/drawing/2014/main" id="{3A731BAD-1E82-BA76-4B31-9B4464B446AA}"/>
              </a:ext>
            </a:extLst>
          </p:cNvPr>
          <p:cNvGraphicFramePr>
            <a:graphicFrameLocks noGrp="1"/>
          </p:cNvGraphicFramePr>
          <p:nvPr>
            <p:extLst>
              <p:ext uri="{D42A27DB-BD31-4B8C-83A1-F6EECF244321}">
                <p14:modId xmlns:p14="http://schemas.microsoft.com/office/powerpoint/2010/main" val="348754162"/>
              </p:ext>
            </p:extLst>
          </p:nvPr>
        </p:nvGraphicFramePr>
        <p:xfrm>
          <a:off x="971114" y="1100092"/>
          <a:ext cx="9860017" cy="5036692"/>
        </p:xfrm>
        <a:graphic>
          <a:graphicData uri="http://schemas.openxmlformats.org/drawingml/2006/table">
            <a:tbl>
              <a:tblPr firstRow="1" bandRow="1">
                <a:tableStyleId>{5C22544A-7EE6-4342-B048-85BDC9FD1C3A}</a:tableStyleId>
              </a:tblPr>
              <a:tblGrid>
                <a:gridCol w="1559659">
                  <a:extLst>
                    <a:ext uri="{9D8B030D-6E8A-4147-A177-3AD203B41FA5}">
                      <a16:colId xmlns:a16="http://schemas.microsoft.com/office/drawing/2014/main" val="3334452925"/>
                    </a:ext>
                  </a:extLst>
                </a:gridCol>
                <a:gridCol w="2808593">
                  <a:extLst>
                    <a:ext uri="{9D8B030D-6E8A-4147-A177-3AD203B41FA5}">
                      <a16:colId xmlns:a16="http://schemas.microsoft.com/office/drawing/2014/main" val="4144377680"/>
                    </a:ext>
                  </a:extLst>
                </a:gridCol>
                <a:gridCol w="2620974">
                  <a:extLst>
                    <a:ext uri="{9D8B030D-6E8A-4147-A177-3AD203B41FA5}">
                      <a16:colId xmlns:a16="http://schemas.microsoft.com/office/drawing/2014/main" val="2762872614"/>
                    </a:ext>
                  </a:extLst>
                </a:gridCol>
                <a:gridCol w="2870791">
                  <a:extLst>
                    <a:ext uri="{9D8B030D-6E8A-4147-A177-3AD203B41FA5}">
                      <a16:colId xmlns:a16="http://schemas.microsoft.com/office/drawing/2014/main" val="299574575"/>
                    </a:ext>
                  </a:extLst>
                </a:gridCol>
              </a:tblGrid>
              <a:tr h="685500">
                <a:tc>
                  <a:txBody>
                    <a:bodyPr/>
                    <a:lstStyle/>
                    <a:p>
                      <a:pPr marL="0" marR="0" lvl="0" indent="0" algn="l" rtl="0">
                        <a:spcBef>
                          <a:spcPts val="0"/>
                        </a:spcBef>
                        <a:spcAft>
                          <a:spcPts val="0"/>
                        </a:spcAft>
                        <a:buNone/>
                      </a:pPr>
                      <a:r>
                        <a:rPr lang="en-US" sz="1400" b="1" u="none" strike="noStrike" cap="none">
                          <a:solidFill>
                            <a:srgbClr val="FFFFFF"/>
                          </a:solidFill>
                          <a:latin typeface="微軟正黑體" panose="020B0604030504040204" pitchFamily="34" charset="-120"/>
                          <a:ea typeface="微軟正黑體" panose="020B0604030504040204" pitchFamily="34" charset="-120"/>
                          <a:sym typeface="Noto Sans TC"/>
                        </a:rPr>
                        <a:t>比較項目</a:t>
                      </a:r>
                      <a:endParaRPr sz="1400">
                        <a:latin typeface="微軟正黑體" panose="020B0604030504040204" pitchFamily="34" charset="-120"/>
                        <a:ea typeface="微軟正黑體" panose="020B0604030504040204" pitchFamily="34" charset="-120"/>
                      </a:endParaRPr>
                    </a:p>
                  </a:txBody>
                  <a:tcPr marL="63500" marR="63500" marT="25400" marB="25400" anchor="ctr"/>
                </a:tc>
                <a:tc>
                  <a:txBody>
                    <a:bodyPr/>
                    <a:lstStyle/>
                    <a:p>
                      <a:pPr marL="0" marR="0" lvl="0" indent="0" algn="l" rtl="0">
                        <a:spcBef>
                          <a:spcPts val="0"/>
                        </a:spcBef>
                        <a:spcAft>
                          <a:spcPts val="0"/>
                        </a:spcAft>
                        <a:buNone/>
                      </a:pPr>
                      <a:r>
                        <a:rPr lang="en-US" sz="1400" b="1" u="none" strike="noStrike" cap="none" dirty="0" err="1">
                          <a:solidFill>
                            <a:srgbClr val="FFFFFF"/>
                          </a:solidFill>
                          <a:latin typeface="微軟正黑體" panose="020B0604030504040204" pitchFamily="34" charset="-120"/>
                          <a:ea typeface="微軟正黑體" panose="020B0604030504040204" pitchFamily="34" charset="-120"/>
                          <a:sym typeface="Noto Sans TC"/>
                        </a:rPr>
                        <a:t>通用型</a:t>
                      </a:r>
                      <a:r>
                        <a:rPr lang="en-US" sz="1400" b="1" u="none" strike="noStrike" cap="none" dirty="0">
                          <a:solidFill>
                            <a:srgbClr val="FFFFFF"/>
                          </a:solidFill>
                          <a:latin typeface="微軟正黑體" panose="020B0604030504040204" pitchFamily="34" charset="-120"/>
                          <a:ea typeface="微軟正黑體" panose="020B0604030504040204" pitchFamily="34" charset="-120"/>
                          <a:sym typeface="Noto Sans TC"/>
                        </a:rPr>
                        <a:t> AI </a:t>
                      </a:r>
                    </a:p>
                    <a:p>
                      <a:pPr marL="0" marR="0" lvl="0" indent="0" algn="l" rtl="0">
                        <a:spcBef>
                          <a:spcPts val="0"/>
                        </a:spcBef>
                        <a:spcAft>
                          <a:spcPts val="0"/>
                        </a:spcAft>
                        <a:buNone/>
                      </a:pPr>
                      <a:r>
                        <a:rPr lang="en-US" sz="1400" b="1" u="none" strike="noStrike" cap="none" dirty="0">
                          <a:solidFill>
                            <a:srgbClr val="FFFFFF"/>
                          </a:solidFill>
                          <a:latin typeface="微軟正黑體" panose="020B0604030504040204" pitchFamily="34" charset="-120"/>
                          <a:ea typeface="微軟正黑體" panose="020B0604030504040204" pitchFamily="34" charset="-120"/>
                          <a:sym typeface="Noto Sans TC"/>
                        </a:rPr>
                        <a:t>(ChatGPT</a:t>
                      </a:r>
                      <a:r>
                        <a:rPr lang="zh-TW" altLang="en-US" sz="1400" b="1" u="none" strike="noStrike" cap="none" dirty="0">
                          <a:solidFill>
                            <a:srgbClr val="FFFFFF"/>
                          </a:solidFill>
                          <a:latin typeface="微軟正黑體" panose="020B0604030504040204" pitchFamily="34" charset="-120"/>
                          <a:ea typeface="微軟正黑體" panose="020B0604030504040204" pitchFamily="34" charset="-120"/>
                          <a:sym typeface="Noto Sans TC"/>
                        </a:rPr>
                        <a:t>、</a:t>
                      </a:r>
                      <a:r>
                        <a:rPr lang="en-US" altLang="zh-TW" sz="1400" b="1" u="none" strike="noStrike" cap="none" dirty="0">
                          <a:solidFill>
                            <a:srgbClr val="FFFFFF"/>
                          </a:solidFill>
                          <a:latin typeface="微軟正黑體" panose="020B0604030504040204" pitchFamily="34" charset="-120"/>
                          <a:ea typeface="微軟正黑體" panose="020B0604030504040204" pitchFamily="34" charset="-120"/>
                          <a:sym typeface="Noto Sans TC"/>
                        </a:rPr>
                        <a:t>Gemini</a:t>
                      </a:r>
                      <a:r>
                        <a:rPr lang="zh-TW" altLang="en-US" sz="1400" b="1" u="none" strike="noStrike" cap="none" dirty="0">
                          <a:solidFill>
                            <a:srgbClr val="FFFFFF"/>
                          </a:solidFill>
                          <a:latin typeface="微軟正黑體" panose="020B0604030504040204" pitchFamily="34" charset="-120"/>
                          <a:ea typeface="微軟正黑體" panose="020B0604030504040204" pitchFamily="34" charset="-120"/>
                          <a:sym typeface="Noto Sans TC"/>
                        </a:rPr>
                        <a:t>、</a:t>
                      </a:r>
                      <a:r>
                        <a:rPr lang="en-US" altLang="zh-TW" sz="1400" b="1" u="none" strike="noStrike" cap="none" dirty="0">
                          <a:solidFill>
                            <a:srgbClr val="FFFFFF"/>
                          </a:solidFill>
                          <a:latin typeface="微軟正黑體" panose="020B0604030504040204" pitchFamily="34" charset="-120"/>
                          <a:ea typeface="微軟正黑體" panose="020B0604030504040204" pitchFamily="34" charset="-120"/>
                          <a:sym typeface="Noto Sans TC"/>
                        </a:rPr>
                        <a:t>M365</a:t>
                      </a:r>
                      <a:r>
                        <a:rPr lang="en-US" sz="1400" b="1" u="none" strike="noStrike" cap="none" dirty="0">
                          <a:solidFill>
                            <a:srgbClr val="FFFFFF"/>
                          </a:solidFill>
                          <a:latin typeface="微軟正黑體" panose="020B0604030504040204" pitchFamily="34" charset="-120"/>
                          <a:ea typeface="微軟正黑體" panose="020B0604030504040204" pitchFamily="34" charset="-120"/>
                          <a:sym typeface="Noto Sans TC"/>
                        </a:rPr>
                        <a:t>)</a:t>
                      </a:r>
                      <a:endParaRPr sz="1400" dirty="0">
                        <a:latin typeface="微軟正黑體" panose="020B0604030504040204" pitchFamily="34" charset="-120"/>
                        <a:ea typeface="微軟正黑體" panose="020B0604030504040204" pitchFamily="34" charset="-120"/>
                      </a:endParaRPr>
                    </a:p>
                  </a:txBody>
                  <a:tcPr marL="63500" marR="63500" marT="25400" marB="25400" anchor="ctr"/>
                </a:tc>
                <a:tc>
                  <a:txBody>
                    <a:bodyPr/>
                    <a:lstStyle/>
                    <a:p>
                      <a:pPr marL="0" marR="0" lvl="0" indent="0" algn="l" rtl="0">
                        <a:spcBef>
                          <a:spcPts val="0"/>
                        </a:spcBef>
                        <a:spcAft>
                          <a:spcPts val="0"/>
                        </a:spcAft>
                        <a:buNone/>
                      </a:pPr>
                      <a:r>
                        <a:rPr lang="en-US" sz="1400" b="1" u="none" strike="noStrike" cap="none" dirty="0" err="1">
                          <a:solidFill>
                            <a:srgbClr val="FFFFFF"/>
                          </a:solidFill>
                          <a:latin typeface="微軟正黑體" panose="020B0604030504040204" pitchFamily="34" charset="-120"/>
                          <a:ea typeface="微軟正黑體" panose="020B0604030504040204" pitchFamily="34" charset="-120"/>
                          <a:sym typeface="Noto Sans TC"/>
                        </a:rPr>
                        <a:t>全行</a:t>
                      </a:r>
                      <a:r>
                        <a:rPr lang="en-US" sz="1400" b="1" u="none" strike="noStrike" cap="none" dirty="0">
                          <a:solidFill>
                            <a:srgbClr val="FFFFFF"/>
                          </a:solidFill>
                          <a:latin typeface="微軟正黑體" panose="020B0604030504040204" pitchFamily="34" charset="-120"/>
                          <a:ea typeface="微軟正黑體" panose="020B0604030504040204" pitchFamily="34" charset="-120"/>
                          <a:sym typeface="Noto Sans TC"/>
                        </a:rPr>
                        <a:t> RAG </a:t>
                      </a:r>
                      <a:r>
                        <a:rPr lang="en-US" sz="1400" b="1" u="none" strike="noStrike" cap="none" dirty="0" err="1">
                          <a:solidFill>
                            <a:srgbClr val="FFFFFF"/>
                          </a:solidFill>
                          <a:latin typeface="微軟正黑體" panose="020B0604030504040204" pitchFamily="34" charset="-120"/>
                          <a:ea typeface="微軟正黑體" panose="020B0604030504040204" pitchFamily="34" charset="-120"/>
                          <a:sym typeface="Noto Sans TC"/>
                        </a:rPr>
                        <a:t>平台</a:t>
                      </a:r>
                      <a:br>
                        <a:rPr lang="en-US" sz="1400" b="1" u="none" strike="noStrike" cap="none" dirty="0">
                          <a:solidFill>
                            <a:srgbClr val="FFFFFF"/>
                          </a:solidFill>
                          <a:latin typeface="微軟正黑體" panose="020B0604030504040204" pitchFamily="34" charset="-120"/>
                          <a:ea typeface="微軟正黑體" panose="020B0604030504040204" pitchFamily="34" charset="-120"/>
                          <a:sym typeface="Noto Sans TC"/>
                        </a:rPr>
                      </a:br>
                      <a:r>
                        <a:rPr lang="en-US" sz="1400" b="1" u="none" strike="noStrike" cap="none" dirty="0">
                          <a:solidFill>
                            <a:srgbClr val="FFFFFF"/>
                          </a:solidFill>
                          <a:latin typeface="微軟正黑體" panose="020B0604030504040204" pitchFamily="34" charset="-120"/>
                          <a:ea typeface="微軟正黑體" panose="020B0604030504040204" pitchFamily="34" charset="-120"/>
                          <a:sym typeface="Noto Sans TC"/>
                        </a:rPr>
                        <a:t> (</a:t>
                      </a:r>
                      <a:r>
                        <a:rPr lang="en-US" sz="1400" b="1" u="none" strike="noStrike" cap="none" dirty="0" err="1">
                          <a:solidFill>
                            <a:srgbClr val="FFFFFF"/>
                          </a:solidFill>
                          <a:latin typeface="微軟正黑體" panose="020B0604030504040204" pitchFamily="34" charset="-120"/>
                          <a:ea typeface="微軟正黑體" panose="020B0604030504040204" pitchFamily="34" charset="-120"/>
                          <a:sym typeface="Noto Sans TC"/>
                        </a:rPr>
                        <a:t>達哥</a:t>
                      </a:r>
                      <a:r>
                        <a:rPr lang="zh-TW" altLang="en-US" sz="1400" b="1" u="none" strike="noStrike" cap="none" dirty="0">
                          <a:solidFill>
                            <a:srgbClr val="FFFFFF"/>
                          </a:solidFill>
                          <a:latin typeface="微軟正黑體" panose="020B0604030504040204" pitchFamily="34" charset="-120"/>
                          <a:ea typeface="微軟正黑體" panose="020B0604030504040204" pitchFamily="34" charset="-120"/>
                          <a:sym typeface="Noto Sans TC"/>
                        </a:rPr>
                        <a:t>平台、永豐雲</a:t>
                      </a:r>
                      <a:r>
                        <a:rPr lang="en-US" altLang="zh-TW" sz="1400" b="1" u="none" strike="noStrike" cap="none" dirty="0">
                          <a:solidFill>
                            <a:srgbClr val="FFFFFF"/>
                          </a:solidFill>
                          <a:latin typeface="微軟正黑體" panose="020B0604030504040204" pitchFamily="34" charset="-120"/>
                          <a:ea typeface="微軟正黑體" panose="020B0604030504040204" pitchFamily="34" charset="-120"/>
                          <a:sym typeface="Noto Sans TC"/>
                        </a:rPr>
                        <a:t>Chat</a:t>
                      </a:r>
                      <a:r>
                        <a:rPr lang="en-US" sz="1400" b="1" u="none" strike="noStrike" cap="none" dirty="0">
                          <a:solidFill>
                            <a:srgbClr val="FFFFFF"/>
                          </a:solidFill>
                          <a:latin typeface="微軟正黑體" panose="020B0604030504040204" pitchFamily="34" charset="-120"/>
                          <a:ea typeface="微軟正黑體" panose="020B0604030504040204" pitchFamily="34" charset="-120"/>
                          <a:sym typeface="Noto Sans TC"/>
                        </a:rPr>
                        <a:t>)</a:t>
                      </a:r>
                      <a:endParaRPr sz="1400" dirty="0">
                        <a:latin typeface="微軟正黑體" panose="020B0604030504040204" pitchFamily="34" charset="-120"/>
                        <a:ea typeface="微軟正黑體" panose="020B0604030504040204" pitchFamily="34" charset="-120"/>
                      </a:endParaRPr>
                    </a:p>
                  </a:txBody>
                  <a:tcPr marL="63500" marR="63500" marT="25400" marB="25400" anchor="ctr"/>
                </a:tc>
                <a:tc>
                  <a:txBody>
                    <a:bodyPr/>
                    <a:lstStyle/>
                    <a:p>
                      <a:pPr marL="0" marR="0" lvl="0" indent="0" algn="l" rtl="0">
                        <a:spcBef>
                          <a:spcPts val="0"/>
                        </a:spcBef>
                        <a:spcAft>
                          <a:spcPts val="0"/>
                        </a:spcAft>
                        <a:buNone/>
                      </a:pPr>
                      <a:r>
                        <a:rPr lang="en-US" sz="1400" b="1" u="none" strike="noStrike" cap="none" dirty="0" err="1">
                          <a:solidFill>
                            <a:srgbClr val="FFFFFF"/>
                          </a:solidFill>
                          <a:latin typeface="微軟正黑體" panose="020B0604030504040204" pitchFamily="34" charset="-120"/>
                          <a:ea typeface="微軟正黑體" panose="020B0604030504040204" pitchFamily="34" charset="-120"/>
                          <a:sym typeface="Noto Sans TC"/>
                        </a:rPr>
                        <a:t>多代理專家</a:t>
                      </a:r>
                      <a:r>
                        <a:rPr lang="en-US" sz="1400" b="1" u="none" strike="noStrike" cap="none" dirty="0">
                          <a:solidFill>
                            <a:srgbClr val="FFFFFF"/>
                          </a:solidFill>
                          <a:latin typeface="微軟正黑體" panose="020B0604030504040204" pitchFamily="34" charset="-120"/>
                          <a:ea typeface="微軟正黑體" panose="020B0604030504040204" pitchFamily="34" charset="-120"/>
                          <a:sym typeface="Noto Sans TC"/>
                        </a:rPr>
                        <a:t> (ASK David)</a:t>
                      </a:r>
                      <a:endParaRPr sz="1400" b="1" dirty="0">
                        <a:latin typeface="微軟正黑體" panose="020B0604030504040204" pitchFamily="34" charset="-120"/>
                        <a:ea typeface="微軟正黑體" panose="020B0604030504040204" pitchFamily="34" charset="-120"/>
                      </a:endParaRPr>
                    </a:p>
                  </a:txBody>
                  <a:tcPr marL="63500" marR="63500" marT="25400" marB="25400" anchor="ctr"/>
                </a:tc>
                <a:extLst>
                  <a:ext uri="{0D108BD9-81ED-4DB2-BD59-A6C34878D82A}">
                    <a16:rowId xmlns:a16="http://schemas.microsoft.com/office/drawing/2014/main" val="544733275"/>
                  </a:ext>
                </a:extLst>
              </a:tr>
              <a:tr h="1074806">
                <a:tc>
                  <a:txBody>
                    <a:bodyPr/>
                    <a:lstStyle/>
                    <a:p>
                      <a:pPr marL="0" marR="0" lvl="0" indent="0" algn="l" rtl="0">
                        <a:spcBef>
                          <a:spcPts val="0"/>
                        </a:spcBef>
                        <a:spcAft>
                          <a:spcPts val="0"/>
                        </a:spcAft>
                        <a:buNone/>
                      </a:pPr>
                      <a:r>
                        <a:rPr lang="en-US" sz="1400" b="1" u="none" strike="noStrike" cap="none" dirty="0" err="1">
                          <a:solidFill>
                            <a:srgbClr val="000000"/>
                          </a:solidFill>
                          <a:latin typeface="微軟正黑體" panose="020B0604030504040204" pitchFamily="34" charset="-120"/>
                          <a:ea typeface="微軟正黑體" panose="020B0604030504040204" pitchFamily="34" charset="-120"/>
                          <a:sym typeface="Noto Sans TC"/>
                        </a:rPr>
                        <a:t>技術定位</a:t>
                      </a:r>
                      <a:endParaRPr sz="1400" b="1" dirty="0">
                        <a:latin typeface="微軟正黑體" panose="020B0604030504040204" pitchFamily="34" charset="-120"/>
                        <a:ea typeface="微軟正黑體" panose="020B0604030504040204" pitchFamily="34" charset="-120"/>
                      </a:endParaRPr>
                    </a:p>
                  </a:txBody>
                  <a:tcPr marL="63500" marR="63500" marT="25400" marB="25400" anchor="ctr"/>
                </a:tc>
                <a:tc>
                  <a:txBody>
                    <a:bodyPr/>
                    <a:lstStyle/>
                    <a:p>
                      <a:pPr marL="0" marR="0" lvl="0" indent="0" algn="l" rtl="0">
                        <a:spcBef>
                          <a:spcPts val="0"/>
                        </a:spcBef>
                        <a:spcAft>
                          <a:spcPts val="0"/>
                        </a:spcAft>
                        <a:buNone/>
                      </a:pPr>
                      <a:r>
                        <a:rPr lang="en-US" altLang="zh-TW" sz="1400" b="0" i="0" u="none" strike="noStrike" kern="1200" cap="none" dirty="0">
                          <a:solidFill>
                            <a:srgbClr val="222222"/>
                          </a:solidFill>
                          <a:latin typeface="Noto Sans TC"/>
                          <a:ea typeface="Noto Sans TC"/>
                          <a:cs typeface="Noto Sans TC"/>
                          <a:sym typeface="Noto Sans TC"/>
                        </a:rPr>
                        <a:t> </a:t>
                      </a:r>
                      <a:r>
                        <a:rPr lang="en-US" altLang="zh-TW" sz="1400" b="0" i="0" u="none" strike="noStrike" kern="1200" cap="none" dirty="0" err="1">
                          <a:solidFill>
                            <a:srgbClr val="222222"/>
                          </a:solidFill>
                          <a:latin typeface="Noto Sans TC"/>
                          <a:ea typeface="Noto Sans TC"/>
                          <a:cs typeface="Noto Sans TC"/>
                          <a:sym typeface="Noto Sans TC"/>
                        </a:rPr>
                        <a:t>一問一答，無法執行需要多步驟拆解的複雜工作流</a:t>
                      </a:r>
                      <a:r>
                        <a:rPr lang="en-US" altLang="zh-TW" sz="1400" b="0" i="0" u="none" strike="noStrike" kern="1200" cap="none" dirty="0">
                          <a:solidFill>
                            <a:srgbClr val="222222"/>
                          </a:solidFill>
                          <a:latin typeface="Noto Sans TC"/>
                          <a:ea typeface="Noto Sans TC"/>
                          <a:cs typeface="Noto Sans TC"/>
                          <a:sym typeface="Noto Sans TC"/>
                        </a:rPr>
                        <a:t>。</a:t>
                      </a:r>
                      <a:endParaRPr sz="1400" b="0" i="0" u="none" strike="noStrike" kern="1200" cap="none" dirty="0">
                        <a:solidFill>
                          <a:srgbClr val="222222"/>
                        </a:solidFill>
                        <a:latin typeface="Noto Sans TC"/>
                        <a:ea typeface="Noto Sans TC"/>
                      </a:endParaRPr>
                    </a:p>
                  </a:txBody>
                  <a:tcPr marL="63500" marR="63500" marT="25400" marB="25400" anchor="ctr"/>
                </a:tc>
                <a:tc>
                  <a:txBody>
                    <a:bodyPr/>
                    <a:lstStyle/>
                    <a:p>
                      <a:pPr marL="0" marR="0" lvl="0" indent="0" algn="l" rtl="0">
                        <a:spcBef>
                          <a:spcPts val="0"/>
                        </a:spcBef>
                        <a:spcAft>
                          <a:spcPts val="0"/>
                        </a:spcAft>
                        <a:buNone/>
                      </a:pPr>
                      <a:r>
                        <a:rPr lang="zh-TW" altLang="en-US" sz="1400" b="0" i="0" u="none" strike="noStrike" kern="1200" cap="none" dirty="0">
                          <a:solidFill>
                            <a:srgbClr val="222222"/>
                          </a:solidFill>
                          <a:latin typeface="Noto Sans TC"/>
                          <a:ea typeface="Noto Sans TC"/>
                          <a:sym typeface="Noto Sans TC"/>
                        </a:rPr>
                        <a:t>將上傳的文件轉為向量後比對關鍵字，直接吐出資料。</a:t>
                      </a:r>
                      <a:endParaRPr lang="zh-TW" altLang="en-US" sz="1400" b="0" i="0" u="none" strike="noStrike" kern="1200" cap="none" dirty="0">
                        <a:solidFill>
                          <a:srgbClr val="222222"/>
                        </a:solidFill>
                        <a:latin typeface="Noto Sans TC"/>
                        <a:ea typeface="Noto Sans TC"/>
                      </a:endParaRPr>
                    </a:p>
                  </a:txBody>
                  <a:tcPr marL="63500" marR="63500" marT="25400" marB="25400" anchor="ctr"/>
                </a:tc>
                <a:tc>
                  <a:txBody>
                    <a:bodyPr/>
                    <a:lstStyle/>
                    <a:p>
                      <a:pPr marL="0" marR="0" lvl="0" indent="0" algn="l" rtl="0">
                        <a:spcBef>
                          <a:spcPts val="0"/>
                        </a:spcBef>
                        <a:spcAft>
                          <a:spcPts val="0"/>
                        </a:spcAft>
                        <a:buNone/>
                      </a:pPr>
                      <a:r>
                        <a:rPr lang="en-US" altLang="zh-TW" sz="1400" b="1" i="0" u="none" strike="noStrike" kern="1200" cap="none" dirty="0">
                          <a:solidFill>
                            <a:srgbClr val="222222"/>
                          </a:solidFill>
                          <a:latin typeface="Noto Sans TC"/>
                          <a:ea typeface="Noto Sans TC"/>
                          <a:sym typeface="Noto Sans TC"/>
                        </a:rPr>
                        <a:t>1.</a:t>
                      </a:r>
                      <a:r>
                        <a:rPr lang="en-US" sz="1400" b="1" i="0" u="none" strike="noStrike" kern="1200" cap="none" dirty="0">
                          <a:solidFill>
                            <a:srgbClr val="222222"/>
                          </a:solidFill>
                          <a:latin typeface="Noto Sans TC"/>
                          <a:ea typeface="Noto Sans TC"/>
                          <a:sym typeface="Noto Sans TC"/>
                        </a:rPr>
                        <a:t>異質數據整合與工作流執行</a:t>
                      </a:r>
                      <a:br>
                        <a:rPr lang="en-US" sz="1400" b="1" i="0" u="none" strike="noStrike" kern="1200" cap="none" dirty="0">
                          <a:solidFill>
                            <a:srgbClr val="222222"/>
                          </a:solidFill>
                          <a:latin typeface="Noto Sans TC"/>
                          <a:ea typeface="Noto Sans TC"/>
                          <a:sym typeface="Noto Sans TC"/>
                        </a:rPr>
                      </a:br>
                      <a:r>
                        <a:rPr lang="en-US" altLang="zh-TW" sz="1400" b="1" i="0" u="none" strike="noStrike" kern="1200" cap="none" dirty="0">
                          <a:solidFill>
                            <a:srgbClr val="222222"/>
                          </a:solidFill>
                          <a:latin typeface="Noto Sans TC"/>
                          <a:ea typeface="Noto Sans TC"/>
                          <a:sym typeface="Noto Sans TC"/>
                        </a:rPr>
                        <a:t>2.</a:t>
                      </a:r>
                      <a:r>
                        <a:rPr lang="zh-TW" altLang="en-US" sz="1400" b="1" i="0" u="none" strike="noStrike" kern="1200" cap="none">
                          <a:solidFill>
                            <a:srgbClr val="222222"/>
                          </a:solidFill>
                          <a:latin typeface="Noto Sans TC"/>
                          <a:ea typeface="Noto Sans TC"/>
                          <a:sym typeface="Noto Sans TC"/>
                        </a:rPr>
                        <a:t>可依職位</a:t>
                      </a:r>
                      <a:r>
                        <a:rPr lang="zh-TW" altLang="en-US" sz="1400" b="1" i="0" u="none" strike="noStrike" kern="1200" cap="none" dirty="0">
                          <a:solidFill>
                            <a:srgbClr val="222222"/>
                          </a:solidFill>
                          <a:latin typeface="Noto Sans TC"/>
                          <a:ea typeface="Noto Sans TC"/>
                          <a:sym typeface="Noto Sans TC"/>
                        </a:rPr>
                        <a:t>動態調整存取範圍與回答深度</a:t>
                      </a:r>
                      <a:endParaRPr sz="1400" b="1" i="0" u="none" strike="noStrike" kern="1200" cap="none" dirty="0">
                        <a:solidFill>
                          <a:srgbClr val="222222"/>
                        </a:solidFill>
                        <a:latin typeface="Noto Sans TC"/>
                        <a:ea typeface="Noto Sans TC"/>
                      </a:endParaRPr>
                    </a:p>
                  </a:txBody>
                  <a:tcPr marL="63500" marR="63500" marT="25400" marB="25400" anchor="ctr"/>
                </a:tc>
                <a:extLst>
                  <a:ext uri="{0D108BD9-81ED-4DB2-BD59-A6C34878D82A}">
                    <a16:rowId xmlns:a16="http://schemas.microsoft.com/office/drawing/2014/main" val="820613481"/>
                  </a:ext>
                </a:extLst>
              </a:tr>
              <a:tr h="1022559">
                <a:tc>
                  <a:txBody>
                    <a:bodyPr/>
                    <a:lstStyle/>
                    <a:p>
                      <a:pPr marL="0" marR="0" lvl="0" indent="0" algn="l" rtl="0">
                        <a:spcBef>
                          <a:spcPts val="0"/>
                        </a:spcBef>
                        <a:spcAft>
                          <a:spcPts val="0"/>
                        </a:spcAft>
                        <a:buNone/>
                      </a:pPr>
                      <a:r>
                        <a:rPr lang="en-US" sz="1400" b="1" u="none" strike="noStrike" cap="none">
                          <a:solidFill>
                            <a:srgbClr val="000000"/>
                          </a:solidFill>
                          <a:latin typeface="微軟正黑體" panose="020B0604030504040204" pitchFamily="34" charset="-120"/>
                          <a:ea typeface="微軟正黑體" panose="020B0604030504040204" pitchFamily="34" charset="-120"/>
                          <a:sym typeface="Noto Sans TC"/>
                        </a:rPr>
                        <a:t>資料範疇</a:t>
                      </a:r>
                      <a:endParaRPr sz="1400" b="1">
                        <a:latin typeface="微軟正黑體" panose="020B0604030504040204" pitchFamily="34" charset="-120"/>
                        <a:ea typeface="微軟正黑體" panose="020B0604030504040204" pitchFamily="34" charset="-120"/>
                      </a:endParaRPr>
                    </a:p>
                  </a:txBody>
                  <a:tcPr marL="63500" marR="63500" marT="25400" marB="25400" anchor="ctr"/>
                </a:tc>
                <a:tc>
                  <a:txBody>
                    <a:bodyPr/>
                    <a:lstStyle/>
                    <a:p>
                      <a:pPr marL="0" marR="0" lvl="0" indent="0" algn="l" rtl="0">
                        <a:spcBef>
                          <a:spcPts val="0"/>
                        </a:spcBef>
                        <a:spcAft>
                          <a:spcPts val="0"/>
                        </a:spcAft>
                        <a:buNone/>
                      </a:pPr>
                      <a:r>
                        <a:rPr lang="en-US" sz="1400" b="0" i="0" u="none" strike="noStrike" kern="1200" cap="none" dirty="0" err="1">
                          <a:solidFill>
                            <a:srgbClr val="222222"/>
                          </a:solidFill>
                          <a:latin typeface="Noto Sans TC"/>
                          <a:ea typeface="Noto Sans TC"/>
                          <a:sym typeface="Noto Sans TC"/>
                        </a:rPr>
                        <a:t>公開網路知識</a:t>
                      </a:r>
                      <a:endParaRPr sz="1400" b="0" i="0" u="none" strike="noStrike" kern="1200" cap="none" dirty="0">
                        <a:solidFill>
                          <a:srgbClr val="222222"/>
                        </a:solidFill>
                        <a:latin typeface="Noto Sans TC"/>
                        <a:ea typeface="Noto Sans TC"/>
                      </a:endParaRPr>
                    </a:p>
                  </a:txBody>
                  <a:tcPr marL="63500" marR="63500" marT="25400" marB="25400" anchor="ctr"/>
                </a:tc>
                <a:tc>
                  <a:txBody>
                    <a:bodyPr/>
                    <a:lstStyle/>
                    <a:p>
                      <a:pPr marL="0" marR="0" lvl="0" indent="0" algn="l" rtl="0">
                        <a:spcBef>
                          <a:spcPts val="0"/>
                        </a:spcBef>
                        <a:spcAft>
                          <a:spcPts val="0"/>
                        </a:spcAft>
                        <a:buNone/>
                      </a:pPr>
                      <a:r>
                        <a:rPr lang="en-US" altLang="zh-TW" sz="1400" b="0" i="0" u="none" strike="noStrike" cap="none" dirty="0" err="1">
                          <a:solidFill>
                            <a:srgbClr val="222222"/>
                          </a:solidFill>
                          <a:latin typeface="Noto Sans TC"/>
                          <a:ea typeface="Noto Sans TC"/>
                          <a:cs typeface="Noto Sans TC"/>
                          <a:sym typeface="Noto Sans TC"/>
                        </a:rPr>
                        <a:t>擅長搜尋</a:t>
                      </a:r>
                      <a:r>
                        <a:rPr lang="en-US" altLang="zh-TW" sz="1400" b="0" i="0" u="none" strike="noStrike" cap="none" dirty="0">
                          <a:solidFill>
                            <a:srgbClr val="222222"/>
                          </a:solidFill>
                          <a:latin typeface="Noto Sans TC"/>
                          <a:ea typeface="Noto Sans TC"/>
                          <a:cs typeface="Noto Sans TC"/>
                          <a:sym typeface="Noto Sans TC"/>
                        </a:rPr>
                        <a:t> </a:t>
                      </a:r>
                      <a:r>
                        <a:rPr lang="en-US" altLang="zh-TW" sz="1400" b="0" i="0" u="none" strike="noStrike" cap="none" dirty="0" err="1">
                          <a:solidFill>
                            <a:srgbClr val="222222"/>
                          </a:solidFill>
                          <a:latin typeface="Noto Sans TC"/>
                          <a:ea typeface="Noto Sans TC"/>
                          <a:cs typeface="Noto Sans TC"/>
                          <a:sym typeface="Noto Sans TC"/>
                        </a:rPr>
                        <a:t>Word、PDF</a:t>
                      </a:r>
                      <a:r>
                        <a:rPr lang="en-US" altLang="zh-TW" sz="1400" b="0" i="0" u="none" strike="noStrike" cap="none" dirty="0">
                          <a:solidFill>
                            <a:srgbClr val="222222"/>
                          </a:solidFill>
                          <a:latin typeface="Noto Sans TC"/>
                          <a:ea typeface="Noto Sans TC"/>
                          <a:cs typeface="Noto Sans TC"/>
                          <a:sym typeface="Noto Sans TC"/>
                        </a:rPr>
                        <a:t> </a:t>
                      </a:r>
                      <a:r>
                        <a:rPr lang="en-US" altLang="zh-TW" sz="1400" b="0" i="0" u="none" strike="noStrike" cap="none" dirty="0" err="1">
                          <a:solidFill>
                            <a:srgbClr val="222222"/>
                          </a:solidFill>
                          <a:latin typeface="Noto Sans TC"/>
                          <a:ea typeface="Noto Sans TC"/>
                          <a:cs typeface="Noto Sans TC"/>
                          <a:sym typeface="Noto Sans TC"/>
                        </a:rPr>
                        <a:t>等文字檔案，但難以深入串接系統</a:t>
                      </a:r>
                      <a:r>
                        <a:rPr lang="en-US" altLang="zh-TW" sz="1400" b="0" i="0" u="none" strike="noStrike" cap="none" dirty="0">
                          <a:solidFill>
                            <a:srgbClr val="222222"/>
                          </a:solidFill>
                          <a:latin typeface="Noto Sans TC"/>
                          <a:ea typeface="Noto Sans TC"/>
                          <a:cs typeface="Noto Sans TC"/>
                          <a:sym typeface="Noto Sans TC"/>
                        </a:rPr>
                        <a:t> API </a:t>
                      </a:r>
                      <a:r>
                        <a:rPr lang="en-US" altLang="zh-TW" sz="1400" b="0" i="0" u="none" strike="noStrike" cap="none" dirty="0" err="1">
                          <a:solidFill>
                            <a:srgbClr val="222222"/>
                          </a:solidFill>
                          <a:latin typeface="Noto Sans TC"/>
                          <a:ea typeface="Noto Sans TC"/>
                          <a:cs typeface="Noto Sans TC"/>
                          <a:sym typeface="Noto Sans TC"/>
                        </a:rPr>
                        <a:t>或執行</a:t>
                      </a:r>
                      <a:r>
                        <a:rPr lang="en-US" altLang="zh-TW" sz="1400" b="0" i="0" u="none" strike="noStrike" cap="none" dirty="0">
                          <a:solidFill>
                            <a:srgbClr val="222222"/>
                          </a:solidFill>
                          <a:latin typeface="Noto Sans TC"/>
                          <a:ea typeface="Noto Sans TC"/>
                          <a:cs typeface="Noto Sans TC"/>
                          <a:sym typeface="Noto Sans TC"/>
                        </a:rPr>
                        <a:t> SQL </a:t>
                      </a:r>
                      <a:r>
                        <a:rPr lang="en-US" altLang="zh-TW" sz="1400" b="0" i="0" u="none" strike="noStrike" cap="none" dirty="0" err="1">
                          <a:solidFill>
                            <a:srgbClr val="222222"/>
                          </a:solidFill>
                          <a:latin typeface="Noto Sans TC"/>
                          <a:ea typeface="Noto Sans TC"/>
                          <a:cs typeface="Noto Sans TC"/>
                          <a:sym typeface="Noto Sans TC"/>
                        </a:rPr>
                        <a:t>運算</a:t>
                      </a:r>
                      <a:r>
                        <a:rPr lang="en-US" altLang="zh-TW" sz="1400" b="0" i="0" u="none" strike="noStrike" cap="none" dirty="0">
                          <a:solidFill>
                            <a:srgbClr val="222222"/>
                          </a:solidFill>
                          <a:latin typeface="Noto Sans TC"/>
                          <a:ea typeface="Noto Sans TC"/>
                          <a:cs typeface="Noto Sans TC"/>
                          <a:sym typeface="Noto Sans TC"/>
                        </a:rPr>
                        <a:t>。</a:t>
                      </a:r>
                      <a:endParaRPr sz="1400" b="0" i="0" u="none" strike="noStrike" kern="1200" cap="none" dirty="0">
                        <a:solidFill>
                          <a:srgbClr val="222222"/>
                        </a:solidFill>
                        <a:latin typeface="Noto Sans TC"/>
                        <a:ea typeface="Noto Sans TC"/>
                      </a:endParaRPr>
                    </a:p>
                  </a:txBody>
                  <a:tcPr marL="63500" marR="63500" marT="25400" marB="25400" anchor="ctr"/>
                </a:tc>
                <a:tc>
                  <a:txBody>
                    <a:bodyPr/>
                    <a:lstStyle/>
                    <a:p>
                      <a:pPr marL="0" marR="0" lvl="0" indent="0" algn="l" rtl="0">
                        <a:spcBef>
                          <a:spcPts val="0"/>
                        </a:spcBef>
                        <a:spcAft>
                          <a:spcPts val="0"/>
                        </a:spcAft>
                        <a:buNone/>
                      </a:pPr>
                      <a:r>
                        <a:rPr lang="en-US" sz="1400" b="1" i="0" u="none" strike="noStrike" kern="1200" cap="none" dirty="0" err="1">
                          <a:solidFill>
                            <a:srgbClr val="222222"/>
                          </a:solidFill>
                          <a:latin typeface="Noto Sans TC"/>
                          <a:ea typeface="Noto Sans TC"/>
                          <a:sym typeface="Noto Sans TC"/>
                        </a:rPr>
                        <a:t>核心資料庫</a:t>
                      </a:r>
                      <a:r>
                        <a:rPr lang="en-US" sz="1400" b="1" i="0" u="none" strike="noStrike" kern="1200" cap="none" dirty="0">
                          <a:solidFill>
                            <a:srgbClr val="222222"/>
                          </a:solidFill>
                          <a:latin typeface="Noto Sans TC"/>
                          <a:ea typeface="Noto Sans TC"/>
                          <a:sym typeface="Noto Sans TC"/>
                        </a:rPr>
                        <a:t> + </a:t>
                      </a:r>
                      <a:r>
                        <a:rPr lang="zh-TW" altLang="en-US" sz="1400" b="1" i="0" u="none" strike="noStrike" kern="1200" cap="none" dirty="0">
                          <a:solidFill>
                            <a:srgbClr val="222222"/>
                          </a:solidFill>
                          <a:latin typeface="Noto Sans TC"/>
                          <a:ea typeface="Noto Sans TC"/>
                          <a:sym typeface="Noto Sans TC"/>
                        </a:rPr>
                        <a:t>結構化與非結構化資料</a:t>
                      </a:r>
                      <a:endParaRPr sz="1400" b="1" i="0" u="none" strike="noStrike" kern="1200" cap="none" dirty="0">
                        <a:solidFill>
                          <a:srgbClr val="222222"/>
                        </a:solidFill>
                        <a:latin typeface="Noto Sans TC"/>
                        <a:ea typeface="Noto Sans TC"/>
                      </a:endParaRPr>
                    </a:p>
                  </a:txBody>
                  <a:tcPr marL="63500" marR="63500" marT="25400" marB="25400" anchor="ctr"/>
                </a:tc>
                <a:extLst>
                  <a:ext uri="{0D108BD9-81ED-4DB2-BD59-A6C34878D82A}">
                    <a16:rowId xmlns:a16="http://schemas.microsoft.com/office/drawing/2014/main" val="1137491047"/>
                  </a:ext>
                </a:extLst>
              </a:tr>
              <a:tr h="857696">
                <a:tc>
                  <a:txBody>
                    <a:bodyPr/>
                    <a:lstStyle/>
                    <a:p>
                      <a:pPr marL="0" marR="0" lvl="0" indent="0" algn="l" rtl="0">
                        <a:spcBef>
                          <a:spcPts val="0"/>
                        </a:spcBef>
                        <a:spcAft>
                          <a:spcPts val="0"/>
                        </a:spcAft>
                        <a:buNone/>
                      </a:pPr>
                      <a:r>
                        <a:rPr lang="en-US" sz="1400" b="1" u="none" strike="noStrike" cap="none" dirty="0" err="1">
                          <a:solidFill>
                            <a:srgbClr val="000000"/>
                          </a:solidFill>
                          <a:latin typeface="微軟正黑體" panose="020B0604030504040204" pitchFamily="34" charset="-120"/>
                          <a:ea typeface="微軟正黑體" panose="020B0604030504040204" pitchFamily="34" charset="-120"/>
                          <a:sym typeface="Noto Sans TC"/>
                        </a:rPr>
                        <a:t>技術盲區</a:t>
                      </a:r>
                      <a:endParaRPr sz="1400" b="1" dirty="0">
                        <a:latin typeface="微軟正黑體" panose="020B0604030504040204" pitchFamily="34" charset="-120"/>
                        <a:ea typeface="微軟正黑體" panose="020B0604030504040204" pitchFamily="34" charset="-120"/>
                      </a:endParaRPr>
                    </a:p>
                  </a:txBody>
                  <a:tcPr marL="63500" marR="63500" marT="25400" marB="25400" anchor="ctr"/>
                </a:tc>
                <a:tc>
                  <a:txBody>
                    <a:bodyPr/>
                    <a:lstStyle/>
                    <a:p>
                      <a:pPr marL="0" marR="0" lvl="0" indent="0" algn="l" rtl="0">
                        <a:spcBef>
                          <a:spcPts val="0"/>
                        </a:spcBef>
                        <a:spcAft>
                          <a:spcPts val="0"/>
                        </a:spcAft>
                        <a:buNone/>
                      </a:pPr>
                      <a:r>
                        <a:rPr lang="en-US" sz="1400" b="0" i="0" u="none" strike="noStrike" kern="1200" cap="none" dirty="0" err="1">
                          <a:solidFill>
                            <a:srgbClr val="222222"/>
                          </a:solidFill>
                          <a:latin typeface="Noto Sans TC"/>
                          <a:ea typeface="Noto Sans TC"/>
                          <a:sym typeface="Noto Sans TC"/>
                        </a:rPr>
                        <a:t>無行內資料上下文</a:t>
                      </a:r>
                      <a:endParaRPr sz="1400" b="0" i="0" u="none" strike="noStrike" kern="1200" cap="none" dirty="0">
                        <a:solidFill>
                          <a:srgbClr val="222222"/>
                        </a:solidFill>
                        <a:latin typeface="Noto Sans TC"/>
                        <a:ea typeface="Noto Sans TC"/>
                      </a:endParaRPr>
                    </a:p>
                  </a:txBody>
                  <a:tcPr marL="63500" marR="63500" marT="25400" marB="25400" anchor="ctr"/>
                </a:tc>
                <a:tc>
                  <a:txBody>
                    <a:bodyPr/>
                    <a:lstStyle/>
                    <a:p>
                      <a:pPr marL="0" marR="0" lvl="0" indent="0" algn="l" rtl="0">
                        <a:spcBef>
                          <a:spcPts val="0"/>
                        </a:spcBef>
                        <a:spcAft>
                          <a:spcPts val="0"/>
                        </a:spcAft>
                        <a:buNone/>
                      </a:pPr>
                      <a:r>
                        <a:rPr lang="en-US" sz="1400" b="0" i="0" u="none" strike="noStrike" kern="1200" cap="none" dirty="0" err="1">
                          <a:solidFill>
                            <a:srgbClr val="222222"/>
                          </a:solidFill>
                          <a:latin typeface="Noto Sans TC"/>
                          <a:ea typeface="Noto Sans TC"/>
                          <a:sym typeface="Noto Sans TC"/>
                        </a:rPr>
                        <a:t>檔案混亂時精準度低、無法運算</a:t>
                      </a:r>
                      <a:endParaRPr sz="1400" b="0" i="0" u="none" strike="noStrike" kern="1200" cap="none" dirty="0">
                        <a:solidFill>
                          <a:srgbClr val="222222"/>
                        </a:solidFill>
                        <a:latin typeface="Noto Sans TC"/>
                        <a:ea typeface="Noto Sans TC"/>
                      </a:endParaRPr>
                    </a:p>
                  </a:txBody>
                  <a:tcPr marL="63500" marR="63500" marT="25400" marB="25400" anchor="ctr"/>
                </a:tc>
                <a:tc>
                  <a:txBody>
                    <a:bodyPr/>
                    <a:lstStyle/>
                    <a:p>
                      <a:pPr marL="0" marR="0" lvl="0" indent="0" algn="l" rtl="0">
                        <a:spcBef>
                          <a:spcPts val="0"/>
                        </a:spcBef>
                        <a:spcAft>
                          <a:spcPts val="0"/>
                        </a:spcAft>
                        <a:buNone/>
                      </a:pPr>
                      <a:r>
                        <a:rPr lang="en-US" sz="1400" b="1" i="0" u="none" strike="noStrike" kern="1200" cap="none" dirty="0" err="1">
                          <a:solidFill>
                            <a:srgbClr val="222222"/>
                          </a:solidFill>
                          <a:latin typeface="Noto Sans TC"/>
                          <a:ea typeface="Noto Sans TC"/>
                          <a:sym typeface="Noto Sans TC"/>
                        </a:rPr>
                        <a:t>建置成本較高，需深度串接</a:t>
                      </a:r>
                      <a:r>
                        <a:rPr lang="en-US" sz="1400" b="1" i="0" u="none" strike="noStrike" kern="1200" cap="none" dirty="0">
                          <a:solidFill>
                            <a:srgbClr val="222222"/>
                          </a:solidFill>
                          <a:latin typeface="Noto Sans TC"/>
                          <a:ea typeface="Noto Sans TC"/>
                          <a:sym typeface="Noto Sans TC"/>
                        </a:rPr>
                        <a:t> API</a:t>
                      </a:r>
                      <a:endParaRPr sz="1400" b="1" i="0" u="none" strike="noStrike" kern="1200" cap="none" dirty="0">
                        <a:solidFill>
                          <a:srgbClr val="222222"/>
                        </a:solidFill>
                        <a:latin typeface="Noto Sans TC"/>
                        <a:ea typeface="Noto Sans TC"/>
                      </a:endParaRPr>
                    </a:p>
                  </a:txBody>
                  <a:tcPr marL="63500" marR="63500" marT="25400" marB="25400" anchor="ctr"/>
                </a:tc>
                <a:extLst>
                  <a:ext uri="{0D108BD9-81ED-4DB2-BD59-A6C34878D82A}">
                    <a16:rowId xmlns:a16="http://schemas.microsoft.com/office/drawing/2014/main" val="1285976882"/>
                  </a:ext>
                </a:extLst>
              </a:tr>
              <a:tr h="1396131">
                <a:tc>
                  <a:txBody>
                    <a:bodyPr/>
                    <a:lstStyle/>
                    <a:p>
                      <a:pPr marL="0" marR="0" lvl="0" indent="0" algn="l" rtl="0">
                        <a:spcBef>
                          <a:spcPts val="0"/>
                        </a:spcBef>
                        <a:spcAft>
                          <a:spcPts val="0"/>
                        </a:spcAft>
                        <a:buNone/>
                      </a:pPr>
                      <a:r>
                        <a:rPr lang="zh-TW" altLang="en-US" sz="1400" b="1" u="none" strike="noStrike" cap="none" dirty="0">
                          <a:solidFill>
                            <a:srgbClr val="000000"/>
                          </a:solidFill>
                          <a:latin typeface="微軟正黑體" panose="020B0604030504040204" pitchFamily="34" charset="-120"/>
                          <a:ea typeface="微軟正黑體" panose="020B0604030504040204" pitchFamily="34" charset="-120"/>
                          <a:sym typeface="Noto Sans TC"/>
                        </a:rPr>
                        <a:t>精準度</a:t>
                      </a:r>
                      <a:endParaRPr sz="1400" b="1" dirty="0">
                        <a:latin typeface="微軟正黑體" panose="020B0604030504040204" pitchFamily="34" charset="-120"/>
                        <a:ea typeface="微軟正黑體" panose="020B0604030504040204" pitchFamily="34" charset="-120"/>
                      </a:endParaRPr>
                    </a:p>
                  </a:txBody>
                  <a:tcPr marL="63500" marR="63500" marT="25400" marB="25400" anchor="ctr"/>
                </a:tc>
                <a:tc>
                  <a:txBody>
                    <a:bodyPr/>
                    <a:lstStyle/>
                    <a:p>
                      <a:pPr marL="0" marR="0" lvl="0" indent="0" algn="l" rtl="0">
                        <a:spcBef>
                          <a:spcPts val="0"/>
                        </a:spcBef>
                        <a:spcAft>
                          <a:spcPts val="0"/>
                        </a:spcAft>
                        <a:buNone/>
                      </a:pPr>
                      <a:r>
                        <a:rPr lang="en-US" altLang="zh-TW" sz="1400" b="0" i="0" u="none" strike="noStrike" kern="1200" cap="none" dirty="0">
                          <a:solidFill>
                            <a:srgbClr val="222222"/>
                          </a:solidFill>
                          <a:latin typeface="Noto Sans TC"/>
                          <a:ea typeface="Noto Sans TC"/>
                          <a:sym typeface="Noto Sans TC"/>
                        </a:rPr>
                        <a:t> </a:t>
                      </a:r>
                      <a:r>
                        <a:rPr lang="en-US" altLang="zh-TW" sz="1400" b="0" i="0" u="none" strike="noStrike" kern="1200" cap="none" dirty="0" err="1">
                          <a:solidFill>
                            <a:srgbClr val="222222"/>
                          </a:solidFill>
                          <a:latin typeface="Noto Sans TC"/>
                          <a:ea typeface="Noto Sans TC"/>
                          <a:sym typeface="Noto Sans TC"/>
                        </a:rPr>
                        <a:t>易產生金融幻覺</a:t>
                      </a:r>
                      <a:endParaRPr lang="en-US" altLang="zh-TW" sz="1400" b="0" i="0" u="none" strike="noStrike" kern="1200" cap="none" dirty="0">
                        <a:solidFill>
                          <a:srgbClr val="222222"/>
                        </a:solidFill>
                        <a:latin typeface="Noto Sans TC"/>
                        <a:ea typeface="Noto Sans TC"/>
                        <a:sym typeface="Noto Sans TC"/>
                      </a:endParaRPr>
                    </a:p>
                    <a:p>
                      <a:pPr marL="0" marR="0" lvl="0" indent="0" algn="l" rtl="0">
                        <a:spcBef>
                          <a:spcPts val="0"/>
                        </a:spcBef>
                        <a:spcAft>
                          <a:spcPts val="0"/>
                        </a:spcAft>
                        <a:buNone/>
                      </a:pPr>
                      <a:r>
                        <a:rPr lang="en-US" altLang="zh-TW" sz="1400" b="0" i="0" u="none" strike="noStrike" kern="1200" cap="none" dirty="0">
                          <a:solidFill>
                            <a:srgbClr val="222222"/>
                          </a:solidFill>
                          <a:latin typeface="Noto Sans TC"/>
                          <a:ea typeface="Noto Sans TC"/>
                          <a:sym typeface="Noto Sans TC"/>
                        </a:rPr>
                        <a:t>（</a:t>
                      </a:r>
                      <a:r>
                        <a:rPr lang="zh-TW" altLang="en-US" sz="1400" b="0" i="0" u="none" strike="noStrike" kern="1200" cap="none" dirty="0">
                          <a:solidFill>
                            <a:srgbClr val="222222"/>
                          </a:solidFill>
                          <a:latin typeface="Noto Sans TC"/>
                          <a:ea typeface="Noto Sans TC"/>
                          <a:sym typeface="Noto Sans TC"/>
                        </a:rPr>
                        <a:t>易</a:t>
                      </a:r>
                      <a:r>
                        <a:rPr lang="en-US" altLang="zh-TW" sz="1400" b="0" i="0" u="none" strike="noStrike" kern="1200" cap="none" dirty="0" err="1">
                          <a:solidFill>
                            <a:srgbClr val="222222"/>
                          </a:solidFill>
                          <a:latin typeface="Noto Sans TC"/>
                          <a:ea typeface="Noto Sans TC"/>
                          <a:sym typeface="Noto Sans TC"/>
                        </a:rPr>
                        <a:t>胡言亂語，不具備自我修正能力</a:t>
                      </a:r>
                      <a:r>
                        <a:rPr lang="en-US" altLang="zh-TW" sz="1400" b="0" i="0" u="none" strike="noStrike" kern="1200" cap="none" dirty="0">
                          <a:solidFill>
                            <a:srgbClr val="222222"/>
                          </a:solidFill>
                          <a:latin typeface="Noto Sans TC"/>
                          <a:ea typeface="Noto Sans TC"/>
                          <a:sym typeface="Noto Sans TC"/>
                        </a:rPr>
                        <a:t>)</a:t>
                      </a:r>
                      <a:endParaRPr lang="zh-TW" altLang="en-US" sz="1400" b="0" i="0" u="none" strike="noStrike" kern="1200" cap="none" dirty="0">
                        <a:solidFill>
                          <a:srgbClr val="222222"/>
                        </a:solidFill>
                        <a:latin typeface="Noto Sans TC"/>
                        <a:ea typeface="Noto Sans TC"/>
                      </a:endParaRPr>
                    </a:p>
                  </a:txBody>
                  <a:tcPr marL="63500" marR="63500" marT="25400" marB="25400" anchor="ctr"/>
                </a:tc>
                <a:tc>
                  <a:txBody>
                    <a:bodyPr/>
                    <a:lstStyle/>
                    <a:p>
                      <a:pPr marL="0" marR="0" lvl="0" indent="0" algn="l" rtl="0">
                        <a:spcBef>
                          <a:spcPts val="0"/>
                        </a:spcBef>
                        <a:spcAft>
                          <a:spcPts val="0"/>
                        </a:spcAft>
                        <a:buNone/>
                      </a:pPr>
                      <a:r>
                        <a:rPr lang="zh-TW" altLang="en-US" sz="1400" b="0" i="0" u="none" strike="noStrike" kern="1200" cap="none" dirty="0">
                          <a:solidFill>
                            <a:srgbClr val="222222"/>
                          </a:solidFill>
                          <a:latin typeface="Noto Sans TC"/>
                          <a:ea typeface="Noto Sans TC"/>
                          <a:sym typeface="Noto Sans TC"/>
                        </a:rPr>
                        <a:t>若原始文件有錯或語意不清，模型就會吐出錯誤答案。</a:t>
                      </a:r>
                      <a:endParaRPr lang="en-US" altLang="zh-TW" sz="1400" b="0" i="0" u="none" strike="noStrike" kern="1200" cap="none" dirty="0">
                        <a:solidFill>
                          <a:srgbClr val="222222"/>
                        </a:solidFill>
                        <a:latin typeface="Noto Sans TC"/>
                        <a:ea typeface="Noto Sans TC"/>
                      </a:endParaRPr>
                    </a:p>
                  </a:txBody>
                  <a:tcPr marL="63500" marR="63500" marT="25400" marB="25400" anchor="ctr"/>
                </a:tc>
                <a:tc>
                  <a:txBody>
                    <a:bodyPr/>
                    <a:lstStyle/>
                    <a:p>
                      <a:pPr marL="0" marR="0" lvl="0" indent="0" algn="l" rtl="0">
                        <a:spcBef>
                          <a:spcPts val="0"/>
                        </a:spcBef>
                        <a:spcAft>
                          <a:spcPts val="0"/>
                        </a:spcAft>
                        <a:buNone/>
                      </a:pPr>
                      <a:r>
                        <a:rPr lang="zh-TW" altLang="en-US" sz="1400" b="1" i="0" u="none" strike="noStrike" kern="1200" cap="none" dirty="0">
                          <a:solidFill>
                            <a:srgbClr val="222222"/>
                          </a:solidFill>
                          <a:latin typeface="Noto Sans TC"/>
                          <a:ea typeface="Noto Sans TC"/>
                          <a:sym typeface="Noto Sans TC"/>
                        </a:rPr>
                        <a:t>雙重防護線</a:t>
                      </a:r>
                      <a:br>
                        <a:rPr lang="zh-TW" altLang="en-US" sz="1400" b="1" i="0" u="none" strike="noStrike" kern="1200" cap="none" dirty="0">
                          <a:solidFill>
                            <a:srgbClr val="222222"/>
                          </a:solidFill>
                          <a:latin typeface="Noto Sans TC"/>
                          <a:ea typeface="Noto Sans TC"/>
                          <a:sym typeface="Calibri"/>
                        </a:rPr>
                      </a:br>
                      <a:r>
                        <a:rPr lang="en-US" altLang="zh-TW" sz="1400" b="1" i="0" u="none" strike="noStrike" kern="1200" cap="none" dirty="0">
                          <a:solidFill>
                            <a:srgbClr val="222222"/>
                          </a:solidFill>
                          <a:latin typeface="Noto Sans TC"/>
                          <a:ea typeface="Noto Sans TC"/>
                          <a:sym typeface="Noto Sans TC"/>
                        </a:rPr>
                        <a:t>1. </a:t>
                      </a:r>
                      <a:r>
                        <a:rPr lang="zh-TW" altLang="en-US" sz="1400" b="1" i="0" u="none" strike="noStrike" kern="1200" cap="none" dirty="0">
                          <a:solidFill>
                            <a:srgbClr val="222222"/>
                          </a:solidFill>
                          <a:latin typeface="Noto Sans TC"/>
                          <a:ea typeface="Noto Sans TC"/>
                          <a:sym typeface="Noto Sans TC"/>
                        </a:rPr>
                        <a:t>內建 </a:t>
                      </a:r>
                      <a:r>
                        <a:rPr lang="en-US" altLang="zh-TW" sz="1400" b="1" i="0" u="none" strike="noStrike" kern="1200" cap="none" dirty="0">
                          <a:solidFill>
                            <a:srgbClr val="222222"/>
                          </a:solidFill>
                          <a:latin typeface="Noto Sans TC"/>
                          <a:ea typeface="Noto Sans TC"/>
                          <a:sym typeface="Noto Sans TC"/>
                        </a:rPr>
                        <a:t>Reflection</a:t>
                      </a:r>
                      <a:r>
                        <a:rPr lang="zh-TW" altLang="en-US" sz="1400" b="1" i="0" u="none" strike="noStrike" kern="1200" cap="none" dirty="0">
                          <a:solidFill>
                            <a:srgbClr val="222222"/>
                          </a:solidFill>
                          <a:latin typeface="Noto Sans TC"/>
                          <a:ea typeface="Noto Sans TC"/>
                          <a:sym typeface="Noto Sans TC"/>
                        </a:rPr>
                        <a:t>（自主糾錯）。</a:t>
                      </a:r>
                      <a:br>
                        <a:rPr lang="zh-TW" altLang="en-US" sz="1400" b="1" i="0" u="none" strike="noStrike" kern="1200" cap="none" dirty="0">
                          <a:solidFill>
                            <a:srgbClr val="222222"/>
                          </a:solidFill>
                          <a:latin typeface="Noto Sans TC"/>
                          <a:ea typeface="Noto Sans TC"/>
                          <a:sym typeface="Calibri"/>
                        </a:rPr>
                      </a:br>
                      <a:r>
                        <a:rPr lang="en-US" altLang="zh-TW" sz="1400" b="1" i="0" u="none" strike="noStrike" kern="1200" cap="none" dirty="0">
                          <a:solidFill>
                            <a:srgbClr val="222222"/>
                          </a:solidFill>
                          <a:latin typeface="Noto Sans TC"/>
                          <a:ea typeface="Noto Sans TC"/>
                          <a:sym typeface="Noto Sans TC"/>
                        </a:rPr>
                        <a:t>2. </a:t>
                      </a:r>
                      <a:r>
                        <a:rPr lang="zh-TW" altLang="en-US" sz="1400" b="1" i="0" u="none" strike="noStrike" kern="1200" cap="none" dirty="0">
                          <a:solidFill>
                            <a:srgbClr val="222222"/>
                          </a:solidFill>
                          <a:latin typeface="Noto Sans TC"/>
                          <a:ea typeface="Noto Sans TC"/>
                          <a:sym typeface="Noto Sans TC"/>
                        </a:rPr>
                        <a:t>整合 </a:t>
                      </a:r>
                      <a:r>
                        <a:rPr lang="en-US" altLang="zh-TW" sz="1400" b="1" i="0" u="none" strike="noStrike" kern="1200" cap="none" dirty="0">
                          <a:solidFill>
                            <a:srgbClr val="222222"/>
                          </a:solidFill>
                          <a:latin typeface="Noto Sans TC"/>
                          <a:ea typeface="Noto Sans TC"/>
                          <a:sym typeface="Noto Sans TC"/>
                        </a:rPr>
                        <a:t>Human-in-the-Loop</a:t>
                      </a:r>
                      <a:r>
                        <a:rPr lang="zh-TW" altLang="en-US" sz="1400" b="1" i="0" u="none" strike="noStrike" kern="1200" cap="none" dirty="0">
                          <a:solidFill>
                            <a:srgbClr val="222222"/>
                          </a:solidFill>
                          <a:latin typeface="Noto Sans TC"/>
                          <a:ea typeface="Noto Sans TC"/>
                          <a:sym typeface="Noto Sans TC"/>
                        </a:rPr>
                        <a:t>（真人簽核）。</a:t>
                      </a:r>
                      <a:endParaRPr lang="en-US" altLang="zh-TW" sz="1400" b="1" i="0" u="none" strike="noStrike" kern="1200" cap="none" dirty="0">
                        <a:solidFill>
                          <a:srgbClr val="222222"/>
                        </a:solidFill>
                        <a:latin typeface="Noto Sans TC"/>
                        <a:ea typeface="Noto Sans TC"/>
                        <a:sym typeface="Noto Sans TC"/>
                      </a:endParaRPr>
                    </a:p>
                  </a:txBody>
                  <a:tcPr marL="63500" marR="63500" marT="25400" marB="25400" anchor="ctr"/>
                </a:tc>
                <a:extLst>
                  <a:ext uri="{0D108BD9-81ED-4DB2-BD59-A6C34878D82A}">
                    <a16:rowId xmlns:a16="http://schemas.microsoft.com/office/drawing/2014/main" val="2904262333"/>
                  </a:ext>
                </a:extLst>
              </a:tr>
            </a:tbl>
          </a:graphicData>
        </a:graphic>
      </p:graphicFrame>
    </p:spTree>
    <p:extLst>
      <p:ext uri="{BB962C8B-B14F-4D97-AF65-F5344CB8AC3E}">
        <p14:creationId xmlns:p14="http://schemas.microsoft.com/office/powerpoint/2010/main" val="1158870538"/>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pic>
        <p:nvPicPr>
          <p:cNvPr id="138" name="Google Shape;138;p17" descr="image.png"/>
          <p:cNvPicPr preferRelativeResize="0"/>
          <p:nvPr/>
        </p:nvPicPr>
        <p:blipFill rotWithShape="1">
          <a:blip r:embed="rId3">
            <a:alphaModFix/>
          </a:blip>
          <a:srcRect/>
          <a:stretch/>
        </p:blipFill>
        <p:spPr>
          <a:xfrm>
            <a:off x="-1" y="49"/>
            <a:ext cx="11949113" cy="6721376"/>
          </a:xfrm>
          <a:prstGeom prst="rect">
            <a:avLst/>
          </a:prstGeom>
          <a:noFill/>
          <a:ln>
            <a:noFill/>
          </a:ln>
        </p:spPr>
      </p:pic>
      <p:pic>
        <p:nvPicPr>
          <p:cNvPr id="139" name="Google Shape;139;p17" descr="image.png"/>
          <p:cNvPicPr preferRelativeResize="0"/>
          <p:nvPr/>
        </p:nvPicPr>
        <p:blipFill rotWithShape="1">
          <a:blip r:embed="rId4">
            <a:alphaModFix/>
          </a:blip>
          <a:srcRect/>
          <a:stretch/>
        </p:blipFill>
        <p:spPr>
          <a:xfrm>
            <a:off x="-2" y="0"/>
            <a:ext cx="11949113" cy="6721376"/>
          </a:xfrm>
          <a:prstGeom prst="rect">
            <a:avLst/>
          </a:prstGeom>
          <a:noFill/>
          <a:ln>
            <a:noFill/>
          </a:ln>
        </p:spPr>
      </p:pic>
      <p:sp>
        <p:nvSpPr>
          <p:cNvPr id="140" name="Google Shape;140;p17"/>
          <p:cNvSpPr txBox="1"/>
          <p:nvPr/>
        </p:nvSpPr>
        <p:spPr>
          <a:xfrm>
            <a:off x="1757549" y="2591455"/>
            <a:ext cx="8434013" cy="868699"/>
          </a:xfrm>
          <a:prstGeom prst="rect">
            <a:avLst/>
          </a:prstGeom>
          <a:noFill/>
          <a:ln>
            <a:noFill/>
          </a:ln>
        </p:spPr>
        <p:txBody>
          <a:bodyPr spcFirstLastPara="1" wrap="square" lIns="0" tIns="0" rIns="0" bIns="0" anchor="t" anchorCtr="0">
            <a:spAutoFit/>
          </a:bodyPr>
          <a:lstStyle/>
          <a:p>
            <a:pPr algn="ctr">
              <a:lnSpc>
                <a:spcPct val="119979"/>
              </a:lnSpc>
              <a:spcBef>
                <a:spcPts val="0"/>
              </a:spcBef>
              <a:spcAft>
                <a:spcPts val="0"/>
              </a:spcAft>
            </a:pPr>
            <a:r>
              <a:rPr lang="en-US" sz="4704" dirty="0" err="1">
                <a:solidFill>
                  <a:srgbClr val="FFFFFF"/>
                </a:solidFill>
                <a:latin typeface="Noto Sans TC"/>
                <a:ea typeface="Noto Sans TC"/>
                <a:cs typeface="Noto Sans TC"/>
                <a:sym typeface="Noto Sans TC"/>
              </a:rPr>
              <a:t>回歸內部：我們</a:t>
            </a:r>
            <a:r>
              <a:rPr lang="en-US" sz="4704" dirty="0">
                <a:solidFill>
                  <a:srgbClr val="FFFFFF"/>
                </a:solidFill>
                <a:latin typeface="Noto Sans TC"/>
                <a:ea typeface="Noto Sans TC"/>
                <a:cs typeface="Noto Sans TC"/>
                <a:sym typeface="Noto Sans TC"/>
              </a:rPr>
              <a:t> IT </a:t>
            </a:r>
            <a:r>
              <a:rPr lang="en-US" sz="4704" dirty="0" err="1">
                <a:solidFill>
                  <a:srgbClr val="FFFFFF"/>
                </a:solidFill>
                <a:latin typeface="Noto Sans TC"/>
                <a:ea typeface="Noto Sans TC"/>
                <a:cs typeface="Noto Sans TC"/>
                <a:sym typeface="Noto Sans TC"/>
              </a:rPr>
              <a:t>面臨的挑戰</a:t>
            </a:r>
            <a:endParaRPr sz="3920" dirty="0"/>
          </a:p>
        </p:txBody>
      </p:sp>
      <p:sp>
        <p:nvSpPr>
          <p:cNvPr id="141" name="Google Shape;141;p17"/>
          <p:cNvSpPr/>
          <p:nvPr/>
        </p:nvSpPr>
        <p:spPr>
          <a:xfrm>
            <a:off x="5414442" y="3681781"/>
            <a:ext cx="1120229" cy="74682"/>
          </a:xfrm>
          <a:prstGeom prst="roundRect">
            <a:avLst>
              <a:gd name="adj" fmla="val 50000"/>
            </a:avLst>
          </a:prstGeom>
          <a:solidFill>
            <a:srgbClr val="38BDF8"/>
          </a:solidFill>
          <a:ln>
            <a:noFill/>
          </a:ln>
        </p:spPr>
        <p:txBody>
          <a:bodyPr spcFirstLastPara="1" wrap="square" lIns="89604" tIns="44790" rIns="89604" bIns="44790" anchor="ctr" anchorCtr="0">
            <a:noAutofit/>
          </a:bodyPr>
          <a:lstStyle/>
          <a:p>
            <a:pPr algn="ctr">
              <a:spcBef>
                <a:spcPts val="0"/>
              </a:spcBef>
              <a:spcAft>
                <a:spcPts val="0"/>
              </a:spcAft>
            </a:pPr>
            <a:endParaRPr sz="1764" b="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E7F605-DCE9-AFDB-77F8-79FFA3C61022}"/>
            </a:ext>
          </a:extLst>
        </p:cNvPr>
        <p:cNvGrpSpPr/>
        <p:nvPr/>
      </p:nvGrpSpPr>
      <p:grpSpPr>
        <a:xfrm>
          <a:off x="0" y="0"/>
          <a:ext cx="0" cy="0"/>
          <a:chOff x="0" y="0"/>
          <a:chExt cx="0" cy="0"/>
        </a:xfrm>
      </p:grpSpPr>
      <p:sp>
        <p:nvSpPr>
          <p:cNvPr id="12" name="矩形: 圓角 11">
            <a:extLst>
              <a:ext uri="{FF2B5EF4-FFF2-40B4-BE49-F238E27FC236}">
                <a16:creationId xmlns:a16="http://schemas.microsoft.com/office/drawing/2014/main" id="{F9000F8D-87A7-D308-6288-06B079C33E9B}"/>
              </a:ext>
            </a:extLst>
          </p:cNvPr>
          <p:cNvSpPr/>
          <p:nvPr/>
        </p:nvSpPr>
        <p:spPr bwMode="auto">
          <a:xfrm>
            <a:off x="6125589" y="2977915"/>
            <a:ext cx="5571354" cy="2894851"/>
          </a:xfrm>
          <a:prstGeom prst="roundRect">
            <a:avLst/>
          </a:prstGeom>
          <a:solidFill>
            <a:srgbClr val="F8FAFC"/>
          </a:solidFill>
          <a:ln w="28575" cap="flat" cmpd="sng" algn="ctr">
            <a:solidFill>
              <a:schemeClr val="tx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TW" altLang="en-US" sz="4000" b="1" i="0" u="none" strike="noStrike" cap="none" normalizeH="0" baseline="0">
              <a:ln>
                <a:solidFill>
                  <a:srgbClr val="0070C0"/>
                </a:solidFill>
              </a:ln>
              <a:solidFill>
                <a:schemeClr val="tx1"/>
              </a:solidFill>
              <a:effectLst/>
              <a:latin typeface="Noto Sans TC" panose="020B0200000000000000" pitchFamily="34" charset="-120"/>
              <a:ea typeface="Noto Sans TC" panose="020B0200000000000000" pitchFamily="34" charset="-120"/>
            </a:endParaRPr>
          </a:p>
        </p:txBody>
      </p:sp>
      <p:pic>
        <p:nvPicPr>
          <p:cNvPr id="24" name="Google Shape;133;p17" descr="image.png">
            <a:extLst>
              <a:ext uri="{FF2B5EF4-FFF2-40B4-BE49-F238E27FC236}">
                <a16:creationId xmlns:a16="http://schemas.microsoft.com/office/drawing/2014/main" id="{82F3C937-A555-9F94-3D6B-3946559A4F37}"/>
              </a:ext>
            </a:extLst>
          </p:cNvPr>
          <p:cNvPicPr preferRelativeResize="0"/>
          <p:nvPr/>
        </p:nvPicPr>
        <p:blipFill rotWithShape="1">
          <a:blip r:embed="rId2">
            <a:alphaModFix/>
          </a:blip>
          <a:srcRect/>
          <a:stretch/>
        </p:blipFill>
        <p:spPr>
          <a:xfrm>
            <a:off x="2798572" y="1188020"/>
            <a:ext cx="6416950" cy="937960"/>
          </a:xfrm>
          <a:prstGeom prst="rect">
            <a:avLst/>
          </a:prstGeom>
          <a:noFill/>
          <a:ln>
            <a:noFill/>
          </a:ln>
        </p:spPr>
      </p:pic>
      <p:sp>
        <p:nvSpPr>
          <p:cNvPr id="4" name="標題 1">
            <a:extLst>
              <a:ext uri="{FF2B5EF4-FFF2-40B4-BE49-F238E27FC236}">
                <a16:creationId xmlns:a16="http://schemas.microsoft.com/office/drawing/2014/main" id="{30A0D482-8FDC-54A8-7ED5-396E5228F657}"/>
              </a:ext>
            </a:extLst>
          </p:cNvPr>
          <p:cNvSpPr>
            <a:spLocks noGrp="1" noChangeArrowheads="1"/>
          </p:cNvSpPr>
          <p:nvPr>
            <p:ph type="title"/>
          </p:nvPr>
        </p:nvSpPr>
        <p:spPr bwMode="auto">
          <a:xfrm>
            <a:off x="330142" y="163300"/>
            <a:ext cx="11116727" cy="62258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0" compatLnSpc="1">
            <a:prstTxWarp prst="textNoShape">
              <a:avLst/>
            </a:prstTxWarp>
          </a:bodyPr>
          <a:lstStyle/>
          <a:p>
            <a:r>
              <a:rPr lang="en-US" altLang="zh-TW" sz="3000" b="1" dirty="0">
                <a:solidFill>
                  <a:srgbClr val="001A3D"/>
                </a:solidFill>
                <a:latin typeface="Noto Sans TC" panose="020B0200000000000000" pitchFamily="34" charset="-120"/>
                <a:ea typeface="Noto Sans TC" panose="020B0200000000000000" pitchFamily="34" charset="-120"/>
              </a:rPr>
              <a:t>5.</a:t>
            </a:r>
            <a:r>
              <a:rPr lang="zh-TW" altLang="en-US" sz="3000" b="1" dirty="0">
                <a:solidFill>
                  <a:srgbClr val="001A3D"/>
                </a:solidFill>
                <a:latin typeface="Noto Sans TC" panose="020B0200000000000000" pitchFamily="34" charset="-120"/>
                <a:ea typeface="Noto Sans TC" panose="020B0200000000000000" pitchFamily="34" charset="-120"/>
              </a:rPr>
              <a:t>回歸內部我們</a:t>
            </a:r>
            <a:r>
              <a:rPr lang="en-US" altLang="zh-TW" sz="3000" b="1" dirty="0">
                <a:solidFill>
                  <a:srgbClr val="001A3D"/>
                </a:solidFill>
                <a:latin typeface="Noto Sans TC" panose="020B0200000000000000" pitchFamily="34" charset="-120"/>
                <a:ea typeface="Noto Sans TC" panose="020B0200000000000000" pitchFamily="34" charset="-120"/>
              </a:rPr>
              <a:t>IT</a:t>
            </a:r>
            <a:r>
              <a:rPr lang="zh-TW" altLang="en-US" sz="3000" b="1" dirty="0">
                <a:solidFill>
                  <a:srgbClr val="001A3D"/>
                </a:solidFill>
                <a:latin typeface="Noto Sans TC" panose="020B0200000000000000" pitchFamily="34" charset="-120"/>
                <a:ea typeface="Noto Sans TC" panose="020B0200000000000000" pitchFamily="34" charset="-120"/>
              </a:rPr>
              <a:t>面臨的挑戰</a:t>
            </a:r>
            <a:r>
              <a:rPr lang="en-US" altLang="zh-TW" sz="3000" b="1" dirty="0">
                <a:solidFill>
                  <a:srgbClr val="001A3D"/>
                </a:solidFill>
                <a:latin typeface="Noto Sans TC" panose="020B0200000000000000" pitchFamily="34" charset="-120"/>
                <a:ea typeface="Noto Sans TC" panose="020B0200000000000000" pitchFamily="34" charset="-120"/>
              </a:rPr>
              <a:t>(1/3)</a:t>
            </a:r>
            <a:endParaRPr lang="zh-TW" altLang="en-US" sz="3000" b="1" dirty="0">
              <a:solidFill>
                <a:srgbClr val="001A3D"/>
              </a:solidFill>
              <a:latin typeface="Noto Sans TC" panose="020B0200000000000000" pitchFamily="34" charset="-120"/>
              <a:ea typeface="Noto Sans TC" panose="020B0200000000000000" pitchFamily="34" charset="-120"/>
            </a:endParaRPr>
          </a:p>
        </p:txBody>
      </p:sp>
      <p:sp>
        <p:nvSpPr>
          <p:cNvPr id="2" name="Google Shape;150;p18">
            <a:extLst>
              <a:ext uri="{FF2B5EF4-FFF2-40B4-BE49-F238E27FC236}">
                <a16:creationId xmlns:a16="http://schemas.microsoft.com/office/drawing/2014/main" id="{FA2E8553-970D-E263-A307-D3EA03FBE9C9}"/>
              </a:ext>
            </a:extLst>
          </p:cNvPr>
          <p:cNvSpPr txBox="1"/>
          <p:nvPr/>
        </p:nvSpPr>
        <p:spPr>
          <a:xfrm>
            <a:off x="936727" y="2461049"/>
            <a:ext cx="5100637" cy="369332"/>
          </a:xfrm>
          <a:prstGeom prst="rect">
            <a:avLst/>
          </a:prstGeom>
          <a:noFill/>
          <a:ln>
            <a:noFill/>
          </a:ln>
        </p:spPr>
        <p:txBody>
          <a:bodyPr spcFirstLastPara="1" wrap="square" lIns="0" tIns="0" rIns="0" bIns="0" anchor="t" anchorCtr="0">
            <a:spAutoFit/>
          </a:bodyPr>
          <a:lstStyle/>
          <a:p>
            <a:pPr marL="0" marR="0" lvl="0" indent="0" algn="l" rtl="0">
              <a:lnSpc>
                <a:spcPct val="119958"/>
              </a:lnSpc>
              <a:spcBef>
                <a:spcPts val="0"/>
              </a:spcBef>
              <a:spcAft>
                <a:spcPts val="0"/>
              </a:spcAft>
              <a:buNone/>
            </a:pPr>
            <a:r>
              <a:rPr lang="en-US" sz="2000" dirty="0" err="1">
                <a:solidFill>
                  <a:srgbClr val="002C77"/>
                </a:solidFill>
                <a:latin typeface="Noto Sans TC" panose="020B0200000000000000" pitchFamily="34" charset="-120"/>
                <a:ea typeface="Noto Sans TC" panose="020B0200000000000000" pitchFamily="34" charset="-120"/>
                <a:sym typeface="Noto Sans TC"/>
              </a:rPr>
              <a:t>痛點一：新需求開發如「考古</a:t>
            </a:r>
            <a:r>
              <a:rPr lang="en-US" sz="2000" dirty="0">
                <a:solidFill>
                  <a:srgbClr val="002C77"/>
                </a:solidFill>
                <a:latin typeface="Noto Sans TC" panose="020B0200000000000000" pitchFamily="34" charset="-120"/>
                <a:ea typeface="Noto Sans TC" panose="020B0200000000000000" pitchFamily="34" charset="-120"/>
                <a:sym typeface="Noto Sans TC"/>
              </a:rPr>
              <a:t>」</a:t>
            </a:r>
            <a:endParaRPr sz="2000" dirty="0">
              <a:solidFill>
                <a:srgbClr val="002C77"/>
              </a:solidFill>
              <a:latin typeface="Noto Sans TC" panose="020B0200000000000000" pitchFamily="34" charset="-120"/>
              <a:ea typeface="Noto Sans TC" panose="020B0200000000000000" pitchFamily="34" charset="-120"/>
            </a:endParaRPr>
          </a:p>
        </p:txBody>
      </p:sp>
      <p:sp>
        <p:nvSpPr>
          <p:cNvPr id="6" name="Google Shape;152;p18">
            <a:extLst>
              <a:ext uri="{FF2B5EF4-FFF2-40B4-BE49-F238E27FC236}">
                <a16:creationId xmlns:a16="http://schemas.microsoft.com/office/drawing/2014/main" id="{C60D7E3A-275F-6F1B-ECF1-05640859D740}"/>
              </a:ext>
            </a:extLst>
          </p:cNvPr>
          <p:cNvSpPr txBox="1"/>
          <p:nvPr/>
        </p:nvSpPr>
        <p:spPr>
          <a:xfrm>
            <a:off x="6398453" y="2433046"/>
            <a:ext cx="5815158" cy="369332"/>
          </a:xfrm>
          <a:prstGeom prst="rect">
            <a:avLst/>
          </a:prstGeom>
          <a:noFill/>
          <a:ln>
            <a:noFill/>
          </a:ln>
        </p:spPr>
        <p:txBody>
          <a:bodyPr spcFirstLastPara="1" wrap="square" lIns="0" tIns="0" rIns="0" bIns="0" anchor="t" anchorCtr="0">
            <a:spAutoFit/>
          </a:bodyPr>
          <a:lstStyle/>
          <a:p>
            <a:pPr marL="0" marR="0" lvl="0" indent="0" algn="l" rtl="0">
              <a:lnSpc>
                <a:spcPct val="119958"/>
              </a:lnSpc>
              <a:spcBef>
                <a:spcPts val="0"/>
              </a:spcBef>
              <a:spcAft>
                <a:spcPts val="0"/>
              </a:spcAft>
              <a:buNone/>
            </a:pPr>
            <a:r>
              <a:rPr lang="en-US" sz="2000" dirty="0" err="1">
                <a:solidFill>
                  <a:srgbClr val="002C77"/>
                </a:solidFill>
                <a:latin typeface="Noto Sans TC" panose="020B0200000000000000" pitchFamily="34" charset="-120"/>
                <a:ea typeface="Noto Sans TC" panose="020B0200000000000000" pitchFamily="34" charset="-120"/>
                <a:sym typeface="Noto Sans TC"/>
              </a:rPr>
              <a:t>痛點二：系統除錯高度依賴「人工查碼</a:t>
            </a:r>
            <a:r>
              <a:rPr lang="en-US" sz="2000" dirty="0">
                <a:solidFill>
                  <a:srgbClr val="002C77"/>
                </a:solidFill>
                <a:latin typeface="Noto Sans TC" panose="020B0200000000000000" pitchFamily="34" charset="-120"/>
                <a:ea typeface="Noto Sans TC" panose="020B0200000000000000" pitchFamily="34" charset="-120"/>
                <a:sym typeface="Noto Sans TC"/>
              </a:rPr>
              <a:t>」</a:t>
            </a:r>
            <a:endParaRPr sz="2000" dirty="0">
              <a:solidFill>
                <a:srgbClr val="002C77"/>
              </a:solidFill>
              <a:latin typeface="Noto Sans TC" panose="020B0200000000000000" pitchFamily="34" charset="-120"/>
              <a:ea typeface="Noto Sans TC" panose="020B0200000000000000" pitchFamily="34" charset="-120"/>
            </a:endParaRPr>
          </a:p>
        </p:txBody>
      </p:sp>
      <p:sp>
        <p:nvSpPr>
          <p:cNvPr id="7" name="Google Shape;153;p18">
            <a:extLst>
              <a:ext uri="{FF2B5EF4-FFF2-40B4-BE49-F238E27FC236}">
                <a16:creationId xmlns:a16="http://schemas.microsoft.com/office/drawing/2014/main" id="{07A43B8A-F2EC-C5DC-4B13-676FD40A6307}"/>
              </a:ext>
            </a:extLst>
          </p:cNvPr>
          <p:cNvSpPr txBox="1"/>
          <p:nvPr/>
        </p:nvSpPr>
        <p:spPr>
          <a:xfrm>
            <a:off x="6398453" y="3158318"/>
            <a:ext cx="4857750" cy="1181862"/>
          </a:xfrm>
          <a:prstGeom prst="rect">
            <a:avLst/>
          </a:prstGeom>
          <a:noFill/>
          <a:ln>
            <a:noFill/>
          </a:ln>
        </p:spPr>
        <p:txBody>
          <a:bodyPr spcFirstLastPara="1" wrap="square" lIns="0" tIns="0" rIns="0" bIns="0" anchor="t" anchorCtr="0">
            <a:spAutoFit/>
          </a:bodyPr>
          <a:lstStyle/>
          <a:p>
            <a:pPr marL="285750" lvl="0" indent="-285750">
              <a:lnSpc>
                <a:spcPct val="160000"/>
              </a:lnSpc>
              <a:spcBef>
                <a:spcPts val="0"/>
              </a:spcBef>
              <a:spcAft>
                <a:spcPts val="0"/>
              </a:spcAft>
              <a:buFont typeface="Wingdings" panose="05000000000000000000" pitchFamily="2" charset="2"/>
              <a:buChar char="l"/>
            </a:pPr>
            <a:r>
              <a:rPr lang="zh-TW" altLang="en-US" sz="1600" dirty="0">
                <a:solidFill>
                  <a:schemeClr val="tx2">
                    <a:lumMod val="75000"/>
                  </a:schemeClr>
                </a:solidFill>
                <a:latin typeface="Noto Sans TC" panose="020B0200000000000000" pitchFamily="34" charset="-120"/>
                <a:ea typeface="Noto Sans TC" panose="020B0200000000000000" pitchFamily="34" charset="-120"/>
              </a:rPr>
              <a:t>海量日誌過濾難： </a:t>
            </a:r>
            <a:r>
              <a:rPr lang="zh-TW" altLang="en-US" sz="1600" dirty="0">
                <a:latin typeface="Noto Sans TC" panose="020B0200000000000000" pitchFamily="34" charset="-120"/>
                <a:ea typeface="Noto Sans TC" panose="020B0200000000000000" pitchFamily="34" charset="-120"/>
              </a:rPr>
              <a:t>當生產環境發生交易異動或系統異常時，維運同仁需面對海量且雜亂的 </a:t>
            </a:r>
            <a:r>
              <a:rPr lang="en-US" altLang="zh-TW" sz="1600" dirty="0">
                <a:latin typeface="Noto Sans TC" panose="020B0200000000000000" pitchFamily="34" charset="-120"/>
                <a:ea typeface="Noto Sans TC" panose="020B0200000000000000" pitchFamily="34" charset="-120"/>
              </a:rPr>
              <a:t>Log </a:t>
            </a:r>
            <a:r>
              <a:rPr lang="zh-TW" altLang="en-US" sz="1600" dirty="0">
                <a:latin typeface="Noto Sans TC" panose="020B0200000000000000" pitchFamily="34" charset="-120"/>
                <a:ea typeface="Noto Sans TC" panose="020B0200000000000000" pitchFamily="34" charset="-120"/>
              </a:rPr>
              <a:t>日誌，難以在第一時間找出根本原因（</a:t>
            </a:r>
            <a:r>
              <a:rPr lang="en-US" altLang="zh-TW" sz="1600" dirty="0">
                <a:latin typeface="Noto Sans TC" panose="020B0200000000000000" pitchFamily="34" charset="-120"/>
                <a:ea typeface="Noto Sans TC" panose="020B0200000000000000" pitchFamily="34" charset="-120"/>
              </a:rPr>
              <a:t>Root Cause</a:t>
            </a:r>
            <a:r>
              <a:rPr lang="zh-TW" altLang="en-US" sz="1600" dirty="0">
                <a:latin typeface="Noto Sans TC" panose="020B0200000000000000" pitchFamily="34" charset="-120"/>
                <a:ea typeface="Noto Sans TC" panose="020B0200000000000000" pitchFamily="34" charset="-120"/>
              </a:rPr>
              <a:t>）。</a:t>
            </a:r>
            <a:endParaRPr dirty="0">
              <a:latin typeface="Noto Sans TC" panose="020B0200000000000000" pitchFamily="34" charset="-120"/>
              <a:ea typeface="Noto Sans TC" panose="020B0200000000000000" pitchFamily="34" charset="-120"/>
            </a:endParaRPr>
          </a:p>
        </p:txBody>
      </p:sp>
      <p:sp>
        <p:nvSpPr>
          <p:cNvPr id="9" name="文字方塊 8">
            <a:extLst>
              <a:ext uri="{FF2B5EF4-FFF2-40B4-BE49-F238E27FC236}">
                <a16:creationId xmlns:a16="http://schemas.microsoft.com/office/drawing/2014/main" id="{53A58E19-4B28-A495-52DA-21F4203AC6E5}"/>
              </a:ext>
            </a:extLst>
          </p:cNvPr>
          <p:cNvSpPr txBox="1"/>
          <p:nvPr/>
        </p:nvSpPr>
        <p:spPr>
          <a:xfrm>
            <a:off x="3283493" y="1407925"/>
            <a:ext cx="7733763" cy="498150"/>
          </a:xfrm>
          <a:prstGeom prst="rect">
            <a:avLst/>
          </a:prstGeom>
          <a:noFill/>
        </p:spPr>
        <p:txBody>
          <a:bodyPr wrap="square">
            <a:spAutoFit/>
          </a:bodyPr>
          <a:lstStyle/>
          <a:p>
            <a:pPr marL="0" marR="0" lvl="0" indent="0" algn="l" rtl="0">
              <a:lnSpc>
                <a:spcPct val="119969"/>
              </a:lnSpc>
              <a:spcBef>
                <a:spcPts val="0"/>
              </a:spcBef>
              <a:spcAft>
                <a:spcPts val="0"/>
              </a:spcAft>
              <a:buNone/>
            </a:pPr>
            <a:r>
              <a:rPr lang="zh-TW" altLang="en-US" sz="2400" b="0" i="0" u="none" strike="noStrike" cap="none" dirty="0">
                <a:solidFill>
                  <a:schemeClr val="tx2">
                    <a:lumMod val="75000"/>
                  </a:schemeClr>
                </a:solidFill>
                <a:latin typeface="Noto Sans TC" panose="020B0200000000000000" pitchFamily="34" charset="-120"/>
                <a:ea typeface="Noto Sans TC" panose="020B0200000000000000" pitchFamily="34" charset="-120"/>
                <a:cs typeface="Noto Sans TC"/>
                <a:sym typeface="Noto Sans TC"/>
              </a:rPr>
              <a:t>系統盤根錯節</a:t>
            </a:r>
            <a:r>
              <a:rPr lang="zh-TW" altLang="en-US" sz="2400" b="0" dirty="0">
                <a:solidFill>
                  <a:schemeClr val="tx2">
                    <a:lumMod val="75000"/>
                  </a:schemeClr>
                </a:solidFill>
                <a:latin typeface="Noto Sans TC" panose="020B0200000000000000" pitchFamily="34" charset="-120"/>
                <a:ea typeface="Noto Sans TC" panose="020B0200000000000000" pitchFamily="34" charset="-120"/>
                <a:cs typeface="Calibri"/>
                <a:sym typeface="Calibri"/>
              </a:rPr>
              <a:t>，</a:t>
            </a:r>
            <a:r>
              <a:rPr lang="zh-TW" altLang="en-US" sz="2400" b="0" i="0" u="none" strike="noStrike" cap="none" dirty="0">
                <a:solidFill>
                  <a:schemeClr val="tx2">
                    <a:lumMod val="75000"/>
                  </a:schemeClr>
                </a:solidFill>
                <a:latin typeface="Noto Sans TC" panose="020B0200000000000000" pitchFamily="34" charset="-120"/>
                <a:ea typeface="Noto Sans TC" panose="020B0200000000000000" pitchFamily="34" charset="-120"/>
                <a:cs typeface="Noto Sans TC"/>
                <a:sym typeface="Noto Sans TC"/>
              </a:rPr>
              <a:t>知識傳承斷層</a:t>
            </a:r>
            <a:endParaRPr lang="zh-TW" altLang="en-US" sz="2400" b="0" dirty="0">
              <a:solidFill>
                <a:schemeClr val="tx2">
                  <a:lumMod val="75000"/>
                </a:schemeClr>
              </a:solidFill>
              <a:latin typeface="Noto Sans TC" panose="020B0200000000000000" pitchFamily="34" charset="-120"/>
              <a:ea typeface="Noto Sans TC" panose="020B0200000000000000" pitchFamily="34" charset="-120"/>
            </a:endParaRPr>
          </a:p>
        </p:txBody>
      </p:sp>
      <p:sp>
        <p:nvSpPr>
          <p:cNvPr id="11" name="矩形: 圓角 10">
            <a:extLst>
              <a:ext uri="{FF2B5EF4-FFF2-40B4-BE49-F238E27FC236}">
                <a16:creationId xmlns:a16="http://schemas.microsoft.com/office/drawing/2014/main" id="{6A6D0162-5BE2-846E-B088-5C9AEFB27D50}"/>
              </a:ext>
            </a:extLst>
          </p:cNvPr>
          <p:cNvSpPr/>
          <p:nvPr/>
        </p:nvSpPr>
        <p:spPr bwMode="auto">
          <a:xfrm>
            <a:off x="573111" y="2990469"/>
            <a:ext cx="5420764" cy="2882297"/>
          </a:xfrm>
          <a:prstGeom prst="roundRect">
            <a:avLst/>
          </a:prstGeom>
          <a:solidFill>
            <a:srgbClr val="F8FAFC"/>
          </a:solidFill>
          <a:ln w="28575" cap="flat" cmpd="sng" algn="ctr">
            <a:solidFill>
              <a:schemeClr val="tx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TW" altLang="en-US" sz="4000" b="1" i="0" u="none" strike="noStrike" cap="none" normalizeH="0" baseline="0">
              <a:ln>
                <a:solidFill>
                  <a:srgbClr val="0070C0"/>
                </a:solidFill>
              </a:ln>
              <a:solidFill>
                <a:schemeClr val="tx1"/>
              </a:solidFill>
              <a:effectLst/>
              <a:latin typeface="Noto Sans TC" panose="020B0200000000000000" pitchFamily="34" charset="-120"/>
              <a:ea typeface="Noto Sans TC" panose="020B0200000000000000" pitchFamily="34" charset="-120"/>
            </a:endParaRPr>
          </a:p>
        </p:txBody>
      </p:sp>
      <p:pic>
        <p:nvPicPr>
          <p:cNvPr id="14" name="Google Shape;170;p20" descr="image.png">
            <a:extLst>
              <a:ext uri="{FF2B5EF4-FFF2-40B4-BE49-F238E27FC236}">
                <a16:creationId xmlns:a16="http://schemas.microsoft.com/office/drawing/2014/main" id="{0BF03733-C0A1-5C11-8118-221C78A8E8E7}"/>
              </a:ext>
            </a:extLst>
          </p:cNvPr>
          <p:cNvPicPr preferRelativeResize="0"/>
          <p:nvPr/>
        </p:nvPicPr>
        <p:blipFill rotWithShape="1">
          <a:blip r:embed="rId3">
            <a:alphaModFix/>
          </a:blip>
          <a:srcRect/>
          <a:stretch/>
        </p:blipFill>
        <p:spPr>
          <a:xfrm>
            <a:off x="212022" y="2291847"/>
            <a:ext cx="666750" cy="666750"/>
          </a:xfrm>
          <a:prstGeom prst="rect">
            <a:avLst/>
          </a:prstGeom>
          <a:noFill/>
          <a:ln>
            <a:noFill/>
          </a:ln>
        </p:spPr>
      </p:pic>
      <p:pic>
        <p:nvPicPr>
          <p:cNvPr id="15" name="Google Shape;179;p20" descr="image.png">
            <a:extLst>
              <a:ext uri="{FF2B5EF4-FFF2-40B4-BE49-F238E27FC236}">
                <a16:creationId xmlns:a16="http://schemas.microsoft.com/office/drawing/2014/main" id="{A85E2CDF-F192-8518-DE96-9B5916048AC0}"/>
              </a:ext>
            </a:extLst>
          </p:cNvPr>
          <p:cNvPicPr preferRelativeResize="0"/>
          <p:nvPr/>
        </p:nvPicPr>
        <p:blipFill rotWithShape="1">
          <a:blip r:embed="rId4">
            <a:alphaModFix/>
          </a:blip>
          <a:srcRect/>
          <a:stretch/>
        </p:blipFill>
        <p:spPr>
          <a:xfrm>
            <a:off x="426780" y="2472822"/>
            <a:ext cx="237083" cy="304800"/>
          </a:xfrm>
          <a:prstGeom prst="rect">
            <a:avLst/>
          </a:prstGeom>
          <a:noFill/>
          <a:ln>
            <a:noFill/>
          </a:ln>
        </p:spPr>
      </p:pic>
      <p:pic>
        <p:nvPicPr>
          <p:cNvPr id="16" name="Google Shape;173;p20" descr="image.png">
            <a:extLst>
              <a:ext uri="{FF2B5EF4-FFF2-40B4-BE49-F238E27FC236}">
                <a16:creationId xmlns:a16="http://schemas.microsoft.com/office/drawing/2014/main" id="{F1C71679-14BA-1F60-0851-DCEC2177E827}"/>
              </a:ext>
            </a:extLst>
          </p:cNvPr>
          <p:cNvPicPr preferRelativeResize="0"/>
          <p:nvPr/>
        </p:nvPicPr>
        <p:blipFill rotWithShape="1">
          <a:blip r:embed="rId5">
            <a:alphaModFix/>
          </a:blip>
          <a:srcRect/>
          <a:stretch/>
        </p:blipFill>
        <p:spPr>
          <a:xfrm>
            <a:off x="5673748" y="2259044"/>
            <a:ext cx="666750" cy="666750"/>
          </a:xfrm>
          <a:prstGeom prst="rect">
            <a:avLst/>
          </a:prstGeom>
          <a:noFill/>
          <a:ln>
            <a:noFill/>
          </a:ln>
        </p:spPr>
      </p:pic>
      <p:pic>
        <p:nvPicPr>
          <p:cNvPr id="17" name="Google Shape;180;p20" descr="image.png">
            <a:extLst>
              <a:ext uri="{FF2B5EF4-FFF2-40B4-BE49-F238E27FC236}">
                <a16:creationId xmlns:a16="http://schemas.microsoft.com/office/drawing/2014/main" id="{2FA79BD8-F737-C6BC-6B69-4D174486D834}"/>
              </a:ext>
            </a:extLst>
          </p:cNvPr>
          <p:cNvPicPr preferRelativeResize="0"/>
          <p:nvPr/>
        </p:nvPicPr>
        <p:blipFill rotWithShape="1">
          <a:blip r:embed="rId6">
            <a:alphaModFix/>
          </a:blip>
          <a:srcRect/>
          <a:stretch/>
        </p:blipFill>
        <p:spPr>
          <a:xfrm>
            <a:off x="5888506" y="2440019"/>
            <a:ext cx="237083" cy="304800"/>
          </a:xfrm>
          <a:prstGeom prst="rect">
            <a:avLst/>
          </a:prstGeom>
          <a:noFill/>
          <a:ln>
            <a:noFill/>
          </a:ln>
        </p:spPr>
      </p:pic>
      <p:sp>
        <p:nvSpPr>
          <p:cNvPr id="19" name="文字方塊 18">
            <a:extLst>
              <a:ext uri="{FF2B5EF4-FFF2-40B4-BE49-F238E27FC236}">
                <a16:creationId xmlns:a16="http://schemas.microsoft.com/office/drawing/2014/main" id="{E866FD07-731D-0EB7-D68A-F7AEE76E4636}"/>
              </a:ext>
            </a:extLst>
          </p:cNvPr>
          <p:cNvSpPr txBox="1"/>
          <p:nvPr/>
        </p:nvSpPr>
        <p:spPr>
          <a:xfrm>
            <a:off x="573111" y="3360737"/>
            <a:ext cx="5209504" cy="584775"/>
          </a:xfrm>
          <a:prstGeom prst="rect">
            <a:avLst/>
          </a:prstGeom>
          <a:noFill/>
        </p:spPr>
        <p:txBody>
          <a:bodyPr wrap="square">
            <a:spAutoFit/>
          </a:bodyPr>
          <a:lstStyle/>
          <a:p>
            <a:pPr marL="285750" indent="-285750">
              <a:buFont typeface="Wingdings" panose="05000000000000000000" pitchFamily="2" charset="2"/>
              <a:buChar char="l"/>
            </a:pPr>
            <a:r>
              <a:rPr lang="zh-TW" altLang="en-US" sz="1600" b="1" dirty="0">
                <a:solidFill>
                  <a:schemeClr val="tx2">
                    <a:lumMod val="75000"/>
                  </a:schemeClr>
                </a:solidFill>
                <a:latin typeface="Noto Sans TC" panose="020B0200000000000000" pitchFamily="34" charset="-120"/>
                <a:ea typeface="Noto Sans TC" panose="020B0200000000000000" pitchFamily="34" charset="-120"/>
              </a:rPr>
              <a:t>文件考古難：</a:t>
            </a:r>
            <a:r>
              <a:rPr lang="zh-TW" altLang="en-US" sz="1600" dirty="0">
                <a:solidFill>
                  <a:schemeClr val="tx2">
                    <a:lumMod val="75000"/>
                  </a:schemeClr>
                </a:solidFill>
                <a:latin typeface="Noto Sans TC" panose="020B0200000000000000" pitchFamily="34" charset="-120"/>
                <a:ea typeface="Noto Sans TC" panose="020B0200000000000000" pitchFamily="34" charset="-120"/>
              </a:rPr>
              <a:t> </a:t>
            </a:r>
            <a:r>
              <a:rPr lang="zh-TW" altLang="en-US" sz="1600" dirty="0">
                <a:latin typeface="Noto Sans TC" panose="020B0200000000000000" pitchFamily="34" charset="-120"/>
                <a:ea typeface="Noto Sans TC" panose="020B0200000000000000" pitchFamily="34" charset="-120"/>
              </a:rPr>
              <a:t>規格書年代久遠且分散，難以追溯最新現況。</a:t>
            </a:r>
            <a:endParaRPr lang="zh-TW" altLang="en-US" dirty="0">
              <a:latin typeface="Noto Sans TC" panose="020B0200000000000000" pitchFamily="34" charset="-120"/>
              <a:ea typeface="Noto Sans TC" panose="020B0200000000000000" pitchFamily="34" charset="-120"/>
            </a:endParaRPr>
          </a:p>
        </p:txBody>
      </p:sp>
      <p:sp>
        <p:nvSpPr>
          <p:cNvPr id="20" name="文字方塊 19">
            <a:extLst>
              <a:ext uri="{FF2B5EF4-FFF2-40B4-BE49-F238E27FC236}">
                <a16:creationId xmlns:a16="http://schemas.microsoft.com/office/drawing/2014/main" id="{4422BBF6-693C-DD0E-9F78-4A499A740F68}"/>
              </a:ext>
            </a:extLst>
          </p:cNvPr>
          <p:cNvSpPr txBox="1"/>
          <p:nvPr/>
        </p:nvSpPr>
        <p:spPr>
          <a:xfrm>
            <a:off x="573111" y="4126375"/>
            <a:ext cx="5209504" cy="584775"/>
          </a:xfrm>
          <a:prstGeom prst="rect">
            <a:avLst/>
          </a:prstGeom>
          <a:noFill/>
        </p:spPr>
        <p:txBody>
          <a:bodyPr wrap="square">
            <a:spAutoFit/>
          </a:bodyPr>
          <a:lstStyle/>
          <a:p>
            <a:pPr marL="285750" indent="-285750">
              <a:buFont typeface="Wingdings" panose="05000000000000000000" pitchFamily="2" charset="2"/>
              <a:buChar char="l"/>
            </a:pPr>
            <a:r>
              <a:rPr lang="zh-TW" altLang="en-US" sz="1600" dirty="0">
                <a:solidFill>
                  <a:schemeClr val="tx2">
                    <a:lumMod val="75000"/>
                  </a:schemeClr>
                </a:solidFill>
                <a:latin typeface="Noto Sans TC" panose="020B0200000000000000" pitchFamily="34" charset="-120"/>
                <a:ea typeface="Noto Sans TC" panose="020B0200000000000000" pitchFamily="34" charset="-120"/>
              </a:rPr>
              <a:t>梳理耗時長： </a:t>
            </a:r>
            <a:r>
              <a:rPr lang="zh-TW" altLang="en-US" sz="1600" dirty="0">
                <a:latin typeface="Noto Sans TC" panose="020B0200000000000000" pitchFamily="34" charset="-120"/>
                <a:ea typeface="Noto Sans TC" panose="020B0200000000000000" pitchFamily="34" charset="-120"/>
              </a:rPr>
              <a:t>新需求進案時，需人工跨系統重新檢視舊邏輯。</a:t>
            </a:r>
          </a:p>
        </p:txBody>
      </p:sp>
      <p:sp>
        <p:nvSpPr>
          <p:cNvPr id="21" name="文字方塊 20">
            <a:extLst>
              <a:ext uri="{FF2B5EF4-FFF2-40B4-BE49-F238E27FC236}">
                <a16:creationId xmlns:a16="http://schemas.microsoft.com/office/drawing/2014/main" id="{780ACECA-DA3D-7E57-A89F-68E81FCB1594}"/>
              </a:ext>
            </a:extLst>
          </p:cNvPr>
          <p:cNvSpPr txBox="1"/>
          <p:nvPr/>
        </p:nvSpPr>
        <p:spPr>
          <a:xfrm>
            <a:off x="573111" y="4853377"/>
            <a:ext cx="5209504" cy="584775"/>
          </a:xfrm>
          <a:prstGeom prst="rect">
            <a:avLst/>
          </a:prstGeom>
          <a:noFill/>
        </p:spPr>
        <p:txBody>
          <a:bodyPr wrap="square">
            <a:spAutoFit/>
          </a:bodyPr>
          <a:lstStyle/>
          <a:p>
            <a:pPr marL="285750" indent="-285750">
              <a:buFont typeface="Wingdings" panose="05000000000000000000" pitchFamily="2" charset="2"/>
              <a:buChar char="l"/>
            </a:pPr>
            <a:r>
              <a:rPr lang="zh-TW" altLang="en-US" sz="1600" dirty="0">
                <a:solidFill>
                  <a:schemeClr val="tx2">
                    <a:lumMod val="75000"/>
                  </a:schemeClr>
                </a:solidFill>
                <a:latin typeface="Noto Sans TC" panose="020B0200000000000000" pitchFamily="34" charset="-120"/>
                <a:ea typeface="Noto Sans TC" panose="020B0200000000000000" pitchFamily="34" charset="-120"/>
              </a:rPr>
              <a:t>漏看風險高： </a:t>
            </a:r>
            <a:r>
              <a:rPr lang="zh-TW" altLang="en-US" sz="1600" dirty="0">
                <a:latin typeface="Noto Sans TC" panose="020B0200000000000000" pitchFamily="34" charset="-120"/>
                <a:ea typeface="Noto Sans TC" panose="020B0200000000000000" pitchFamily="34" charset="-120"/>
              </a:rPr>
              <a:t>全憑人工經驗盲查，極易產生改版邏輯盲點。</a:t>
            </a:r>
            <a:endParaRPr lang="zh-TW" altLang="en-US" dirty="0">
              <a:latin typeface="Noto Sans TC" panose="020B0200000000000000" pitchFamily="34" charset="-120"/>
              <a:ea typeface="Noto Sans TC" panose="020B0200000000000000" pitchFamily="34" charset="-120"/>
            </a:endParaRPr>
          </a:p>
        </p:txBody>
      </p:sp>
      <p:sp>
        <p:nvSpPr>
          <p:cNvPr id="22" name="Google Shape;153;p18">
            <a:extLst>
              <a:ext uri="{FF2B5EF4-FFF2-40B4-BE49-F238E27FC236}">
                <a16:creationId xmlns:a16="http://schemas.microsoft.com/office/drawing/2014/main" id="{2AFBE1A3-369A-4B24-5599-C3D0D6EA2EB4}"/>
              </a:ext>
            </a:extLst>
          </p:cNvPr>
          <p:cNvSpPr txBox="1"/>
          <p:nvPr/>
        </p:nvSpPr>
        <p:spPr>
          <a:xfrm>
            <a:off x="6398453" y="4560618"/>
            <a:ext cx="4857750" cy="1181862"/>
          </a:xfrm>
          <a:prstGeom prst="rect">
            <a:avLst/>
          </a:prstGeom>
          <a:noFill/>
          <a:ln>
            <a:noFill/>
          </a:ln>
        </p:spPr>
        <p:txBody>
          <a:bodyPr spcFirstLastPara="1" wrap="square" lIns="0" tIns="0" rIns="0" bIns="0" anchor="t" anchorCtr="0">
            <a:spAutoFit/>
          </a:bodyPr>
          <a:lstStyle/>
          <a:p>
            <a:pPr marL="285750" lvl="0" indent="-285750">
              <a:lnSpc>
                <a:spcPct val="160000"/>
              </a:lnSpc>
              <a:spcBef>
                <a:spcPts val="0"/>
              </a:spcBef>
              <a:spcAft>
                <a:spcPts val="0"/>
              </a:spcAft>
              <a:buFont typeface="Wingdings" panose="05000000000000000000" pitchFamily="2" charset="2"/>
              <a:buChar char="l"/>
            </a:pPr>
            <a:r>
              <a:rPr lang="zh-TW" altLang="en-US" sz="1600" dirty="0">
                <a:solidFill>
                  <a:schemeClr val="tx2">
                    <a:lumMod val="75000"/>
                  </a:schemeClr>
                </a:solidFill>
                <a:latin typeface="Noto Sans TC" panose="020B0200000000000000" pitchFamily="34" charset="-120"/>
                <a:ea typeface="Noto Sans TC" panose="020B0200000000000000" pitchFamily="34" charset="-120"/>
              </a:rPr>
              <a:t>除錯高度依賴人工： </a:t>
            </a:r>
            <a:r>
              <a:rPr lang="zh-TW" altLang="en-US" sz="1600" dirty="0">
                <a:latin typeface="Noto Sans TC" panose="020B0200000000000000" pitchFamily="34" charset="-120"/>
                <a:ea typeface="Noto Sans TC" panose="020B0200000000000000" pitchFamily="34" charset="-120"/>
              </a:rPr>
              <a:t>傳統故障排除極度依賴資深人員的經驗，同仁往往需要通宵逐行查碼、人工翻閱維運手冊，導致平均修復時間（</a:t>
            </a:r>
            <a:r>
              <a:rPr lang="en-US" altLang="zh-TW" sz="1600" dirty="0">
                <a:latin typeface="Noto Sans TC" panose="020B0200000000000000" pitchFamily="34" charset="-120"/>
                <a:ea typeface="Noto Sans TC" panose="020B0200000000000000" pitchFamily="34" charset="-120"/>
              </a:rPr>
              <a:t>MTTR</a:t>
            </a:r>
            <a:r>
              <a:rPr lang="zh-TW" altLang="en-US" sz="1600" dirty="0">
                <a:latin typeface="Noto Sans TC" panose="020B0200000000000000" pitchFamily="34" charset="-120"/>
                <a:ea typeface="Noto Sans TC" panose="020B0200000000000000" pitchFamily="34" charset="-120"/>
              </a:rPr>
              <a:t>）拉長。</a:t>
            </a:r>
            <a:endParaRPr dirty="0">
              <a:latin typeface="Noto Sans TC" panose="020B0200000000000000" pitchFamily="34" charset="-120"/>
              <a:ea typeface="Noto Sans TC" panose="020B0200000000000000" pitchFamily="34" charset="-120"/>
            </a:endParaRPr>
          </a:p>
        </p:txBody>
      </p:sp>
    </p:spTree>
    <p:extLst>
      <p:ext uri="{BB962C8B-B14F-4D97-AF65-F5344CB8AC3E}">
        <p14:creationId xmlns:p14="http://schemas.microsoft.com/office/powerpoint/2010/main" val="2462971805"/>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4232A-CB70-0CFC-A0C8-7658DD3CA86E}"/>
            </a:ext>
          </a:extLst>
        </p:cNvPr>
        <p:cNvGrpSpPr/>
        <p:nvPr/>
      </p:nvGrpSpPr>
      <p:grpSpPr>
        <a:xfrm>
          <a:off x="0" y="0"/>
          <a:ext cx="0" cy="0"/>
          <a:chOff x="0" y="0"/>
          <a:chExt cx="0" cy="0"/>
        </a:xfrm>
      </p:grpSpPr>
      <p:sp>
        <p:nvSpPr>
          <p:cNvPr id="4" name="標題 1">
            <a:extLst>
              <a:ext uri="{FF2B5EF4-FFF2-40B4-BE49-F238E27FC236}">
                <a16:creationId xmlns:a16="http://schemas.microsoft.com/office/drawing/2014/main" id="{2574E880-6709-1D03-5CC1-BBB5A8B62768}"/>
              </a:ext>
            </a:extLst>
          </p:cNvPr>
          <p:cNvSpPr>
            <a:spLocks noGrp="1" noChangeArrowheads="1"/>
          </p:cNvSpPr>
          <p:nvPr>
            <p:ph type="title"/>
          </p:nvPr>
        </p:nvSpPr>
        <p:spPr bwMode="auto">
          <a:xfrm>
            <a:off x="331200" y="162000"/>
            <a:ext cx="11116727" cy="62258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0" compatLnSpc="1">
            <a:prstTxWarp prst="textNoShape">
              <a:avLst/>
            </a:prstTxWarp>
          </a:bodyPr>
          <a:lstStyle/>
          <a:p>
            <a:pPr lvl="0">
              <a:spcBef>
                <a:spcPts val="0"/>
              </a:spcBef>
              <a:spcAft>
                <a:spcPts val="0"/>
              </a:spcAft>
            </a:pPr>
            <a:r>
              <a:rPr lang="en-US" altLang="zh-TW" sz="3000" b="1" dirty="0">
                <a:solidFill>
                  <a:srgbClr val="001A3D"/>
                </a:solidFill>
                <a:latin typeface="Noto Sans TC"/>
                <a:ea typeface="Noto Sans TC"/>
                <a:cs typeface="Noto Sans TC"/>
                <a:sym typeface="Noto Sans TC"/>
              </a:rPr>
              <a:t>5. </a:t>
            </a:r>
            <a:r>
              <a:rPr lang="zh-TW" altLang="en-US" sz="3000" b="1" dirty="0">
                <a:solidFill>
                  <a:srgbClr val="001A3D"/>
                </a:solidFill>
                <a:latin typeface="Noto Sans TC"/>
                <a:ea typeface="Noto Sans TC"/>
                <a:cs typeface="Noto Sans TC"/>
                <a:sym typeface="Noto Sans TC"/>
              </a:rPr>
              <a:t>延伸應用案例一：開發前的</a:t>
            </a:r>
            <a:r>
              <a:rPr lang="en-US" altLang="zh-TW" sz="3000" b="1" dirty="0">
                <a:solidFill>
                  <a:srgbClr val="0F172A"/>
                </a:solidFill>
                <a:latin typeface="Noto Sans TC"/>
                <a:ea typeface="Noto Sans TC"/>
                <a:cs typeface="Noto Sans TC"/>
                <a:sym typeface="Noto Sans TC"/>
              </a:rPr>
              <a:t>「</a:t>
            </a:r>
            <a:r>
              <a:rPr lang="en-US" altLang="zh-TW" sz="3000" b="1" dirty="0" err="1">
                <a:solidFill>
                  <a:srgbClr val="0F172A"/>
                </a:solidFill>
                <a:latin typeface="Noto Sans TC"/>
                <a:ea typeface="Noto Sans TC"/>
                <a:cs typeface="Noto Sans TC"/>
                <a:sym typeface="Noto Sans TC"/>
              </a:rPr>
              <a:t>邏輯嚮導</a:t>
            </a:r>
            <a:r>
              <a:rPr lang="en-US" altLang="zh-TW" sz="3000" b="1" dirty="0">
                <a:solidFill>
                  <a:srgbClr val="0F172A"/>
                </a:solidFill>
                <a:latin typeface="Noto Sans TC"/>
                <a:ea typeface="Noto Sans TC"/>
                <a:cs typeface="Noto Sans TC"/>
                <a:sym typeface="Noto Sans TC"/>
              </a:rPr>
              <a:t>」</a:t>
            </a:r>
            <a:r>
              <a:rPr lang="en-US" altLang="zh-TW" sz="3000" b="1" dirty="0">
                <a:solidFill>
                  <a:srgbClr val="001A3D"/>
                </a:solidFill>
                <a:latin typeface="Noto Sans TC" panose="020B0200000000000000" pitchFamily="34" charset="-120"/>
                <a:ea typeface="Noto Sans TC" panose="020B0200000000000000" pitchFamily="34" charset="-120"/>
              </a:rPr>
              <a:t> (2/3)</a:t>
            </a:r>
            <a:endParaRPr lang="zh-TW" altLang="en-US" sz="3000" dirty="0"/>
          </a:p>
        </p:txBody>
      </p:sp>
      <p:sp>
        <p:nvSpPr>
          <p:cNvPr id="6" name="文字方塊 5">
            <a:extLst>
              <a:ext uri="{FF2B5EF4-FFF2-40B4-BE49-F238E27FC236}">
                <a16:creationId xmlns:a16="http://schemas.microsoft.com/office/drawing/2014/main" id="{445E9F18-6A10-57E2-077B-222ACA99AF0D}"/>
              </a:ext>
            </a:extLst>
          </p:cNvPr>
          <p:cNvSpPr txBox="1"/>
          <p:nvPr/>
        </p:nvSpPr>
        <p:spPr>
          <a:xfrm>
            <a:off x="331200" y="1381462"/>
            <a:ext cx="7340957" cy="461665"/>
          </a:xfrm>
          <a:prstGeom prst="rect">
            <a:avLst/>
          </a:prstGeom>
          <a:noFill/>
        </p:spPr>
        <p:txBody>
          <a:bodyPr wrap="square">
            <a:spAutoFit/>
          </a:bodyPr>
          <a:lstStyle/>
          <a:p>
            <a:r>
              <a:rPr lang="zh-TW" altLang="en-US" sz="2400" dirty="0">
                <a:solidFill>
                  <a:schemeClr val="tx2">
                    <a:lumMod val="75000"/>
                  </a:schemeClr>
                </a:solidFill>
                <a:latin typeface="Noto Sans TC"/>
                <a:ea typeface="Noto Sans TC"/>
                <a:cs typeface="Noto Sans TC"/>
                <a:sym typeface="Noto Sans TC"/>
              </a:rPr>
              <a:t>解決「開發考古」與分析</a:t>
            </a:r>
            <a:endParaRPr lang="zh-TW" altLang="en-US" sz="2400" dirty="0">
              <a:solidFill>
                <a:schemeClr val="tx2">
                  <a:lumMod val="75000"/>
                </a:schemeClr>
              </a:solidFill>
            </a:endParaRPr>
          </a:p>
        </p:txBody>
      </p:sp>
      <p:pic>
        <p:nvPicPr>
          <p:cNvPr id="8" name="Google Shape;201;p19" descr="image.png">
            <a:extLst>
              <a:ext uri="{FF2B5EF4-FFF2-40B4-BE49-F238E27FC236}">
                <a16:creationId xmlns:a16="http://schemas.microsoft.com/office/drawing/2014/main" id="{CF43B996-69D6-8FF8-D875-2C6CA1E433D9}"/>
              </a:ext>
            </a:extLst>
          </p:cNvPr>
          <p:cNvPicPr preferRelativeResize="0"/>
          <p:nvPr/>
        </p:nvPicPr>
        <p:blipFill rotWithShape="1">
          <a:blip r:embed="rId2">
            <a:alphaModFix/>
          </a:blip>
          <a:srcRect/>
          <a:stretch/>
        </p:blipFill>
        <p:spPr>
          <a:xfrm>
            <a:off x="6042191" y="2802420"/>
            <a:ext cx="5286375" cy="1866900"/>
          </a:xfrm>
          <a:prstGeom prst="rect">
            <a:avLst/>
          </a:prstGeom>
          <a:noFill/>
          <a:ln>
            <a:noFill/>
          </a:ln>
        </p:spPr>
      </p:pic>
      <p:pic>
        <p:nvPicPr>
          <p:cNvPr id="26" name="Google Shape;222;p20" descr="image.png">
            <a:extLst>
              <a:ext uri="{FF2B5EF4-FFF2-40B4-BE49-F238E27FC236}">
                <a16:creationId xmlns:a16="http://schemas.microsoft.com/office/drawing/2014/main" id="{F222E2B8-E855-AEAE-4EDD-CC2A41B9B0CF}"/>
              </a:ext>
            </a:extLst>
          </p:cNvPr>
          <p:cNvPicPr preferRelativeResize="0"/>
          <p:nvPr/>
        </p:nvPicPr>
        <p:blipFill rotWithShape="1">
          <a:blip r:embed="rId3">
            <a:alphaModFix/>
          </a:blip>
          <a:srcRect/>
          <a:stretch/>
        </p:blipFill>
        <p:spPr>
          <a:xfrm>
            <a:off x="6232691" y="2278340"/>
            <a:ext cx="5572125" cy="3327015"/>
          </a:xfrm>
          <a:prstGeom prst="rect">
            <a:avLst/>
          </a:prstGeom>
          <a:noFill/>
          <a:ln>
            <a:noFill/>
          </a:ln>
        </p:spPr>
      </p:pic>
      <p:pic>
        <p:nvPicPr>
          <p:cNvPr id="27" name="Google Shape;223;p20" descr="image.png">
            <a:extLst>
              <a:ext uri="{FF2B5EF4-FFF2-40B4-BE49-F238E27FC236}">
                <a16:creationId xmlns:a16="http://schemas.microsoft.com/office/drawing/2014/main" id="{16D93D0B-3D46-998B-672F-3704197B938E}"/>
              </a:ext>
            </a:extLst>
          </p:cNvPr>
          <p:cNvPicPr preferRelativeResize="0"/>
          <p:nvPr/>
        </p:nvPicPr>
        <p:blipFill rotWithShape="1">
          <a:blip r:embed="rId4">
            <a:alphaModFix/>
          </a:blip>
          <a:srcRect/>
          <a:stretch/>
        </p:blipFill>
        <p:spPr>
          <a:xfrm>
            <a:off x="331200" y="4246035"/>
            <a:ext cx="5286375" cy="1093978"/>
          </a:xfrm>
          <a:prstGeom prst="rect">
            <a:avLst/>
          </a:prstGeom>
          <a:noFill/>
          <a:ln>
            <a:noFill/>
          </a:ln>
        </p:spPr>
      </p:pic>
      <p:sp>
        <p:nvSpPr>
          <p:cNvPr id="28" name="Google Shape;226;p20">
            <a:extLst>
              <a:ext uri="{FF2B5EF4-FFF2-40B4-BE49-F238E27FC236}">
                <a16:creationId xmlns:a16="http://schemas.microsoft.com/office/drawing/2014/main" id="{E0FD57D3-D546-E9B8-25FE-2C544211BD5A}"/>
              </a:ext>
            </a:extLst>
          </p:cNvPr>
          <p:cNvSpPr txBox="1"/>
          <p:nvPr/>
        </p:nvSpPr>
        <p:spPr>
          <a:xfrm>
            <a:off x="901073" y="2409994"/>
            <a:ext cx="5550693"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000" b="1" i="0" u="none" strike="noStrike" cap="none" dirty="0" err="1">
                <a:solidFill>
                  <a:schemeClr val="tx2">
                    <a:lumMod val="75000"/>
                  </a:schemeClr>
                </a:solidFill>
                <a:latin typeface="Noto Sans TC"/>
                <a:ea typeface="Noto Sans TC"/>
                <a:cs typeface="Noto Sans TC"/>
                <a:sym typeface="Noto Sans TC"/>
              </a:rPr>
              <a:t>全方位的</a:t>
            </a:r>
            <a:r>
              <a:rPr lang="en-US" sz="2000" b="1" i="0" u="none" strike="noStrike" cap="none" dirty="0">
                <a:solidFill>
                  <a:schemeClr val="tx2">
                    <a:lumMod val="75000"/>
                  </a:schemeClr>
                </a:solidFill>
                <a:latin typeface="Noto Sans TC"/>
                <a:ea typeface="Noto Sans TC"/>
                <a:cs typeface="Noto Sans TC"/>
                <a:sym typeface="Noto Sans TC"/>
              </a:rPr>
              <a:t> IT </a:t>
            </a:r>
            <a:r>
              <a:rPr lang="en-US" sz="2000" b="1" i="0" u="none" strike="noStrike" cap="none" dirty="0" err="1">
                <a:solidFill>
                  <a:schemeClr val="tx2">
                    <a:lumMod val="75000"/>
                  </a:schemeClr>
                </a:solidFill>
                <a:latin typeface="Noto Sans TC"/>
                <a:ea typeface="Noto Sans TC"/>
                <a:cs typeface="Noto Sans TC"/>
                <a:sym typeface="Noto Sans TC"/>
              </a:rPr>
              <a:t>知識智庫</a:t>
            </a:r>
            <a:endParaRPr sz="5400" dirty="0">
              <a:solidFill>
                <a:schemeClr val="tx2">
                  <a:lumMod val="75000"/>
                </a:schemeClr>
              </a:solidFill>
            </a:endParaRPr>
          </a:p>
        </p:txBody>
      </p:sp>
      <p:sp>
        <p:nvSpPr>
          <p:cNvPr id="29" name="Google Shape;227;p20">
            <a:extLst>
              <a:ext uri="{FF2B5EF4-FFF2-40B4-BE49-F238E27FC236}">
                <a16:creationId xmlns:a16="http://schemas.microsoft.com/office/drawing/2014/main" id="{A97F35DD-0FF0-7561-92C3-4CD50142553F}"/>
              </a:ext>
            </a:extLst>
          </p:cNvPr>
          <p:cNvSpPr txBox="1"/>
          <p:nvPr/>
        </p:nvSpPr>
        <p:spPr>
          <a:xfrm>
            <a:off x="461958" y="3060255"/>
            <a:ext cx="5286375" cy="787908"/>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00" b="1" i="0" u="none" strike="noStrike" cap="none" dirty="0" err="1">
                <a:solidFill>
                  <a:srgbClr val="333333"/>
                </a:solidFill>
                <a:latin typeface="Noto Sans TC"/>
                <a:ea typeface="Noto Sans TC"/>
                <a:cs typeface="Noto Sans TC"/>
                <a:sym typeface="Noto Sans TC"/>
              </a:rPr>
              <a:t>需求背景</a:t>
            </a:r>
            <a:r>
              <a:rPr lang="en-US" sz="1600" b="1" i="0" u="none" strike="noStrike" cap="none" dirty="0">
                <a:solidFill>
                  <a:srgbClr val="333333"/>
                </a:solidFill>
                <a:latin typeface="Noto Sans TC"/>
                <a:ea typeface="Noto Sans TC"/>
                <a:cs typeface="Noto Sans TC"/>
                <a:sym typeface="Noto Sans TC"/>
              </a:rPr>
              <a:t>：</a:t>
            </a:r>
            <a:r>
              <a:rPr lang="en-US" sz="1600" b="0" i="0" u="none" strike="noStrike" cap="none" dirty="0">
                <a:solidFill>
                  <a:srgbClr val="333333"/>
                </a:solidFill>
                <a:latin typeface="Noto Sans TC"/>
                <a:ea typeface="Noto Sans TC"/>
                <a:cs typeface="Noto Sans TC"/>
                <a:sym typeface="Noto Sans TC"/>
              </a:rPr>
              <a:t> </a:t>
            </a:r>
            <a:r>
              <a:rPr lang="en-US" sz="1600" b="0" i="0" u="none" strike="noStrike" cap="none" dirty="0" err="1">
                <a:solidFill>
                  <a:srgbClr val="333333"/>
                </a:solidFill>
                <a:latin typeface="Noto Sans TC"/>
                <a:ea typeface="Noto Sans TC"/>
                <a:cs typeface="Noto Sans TC"/>
                <a:sym typeface="Noto Sans TC"/>
              </a:rPr>
              <a:t>減少開發前期的影響分析</a:t>
            </a:r>
            <a:r>
              <a:rPr lang="en-US" sz="1600" b="0" i="0" u="none" strike="noStrike" cap="none" dirty="0">
                <a:solidFill>
                  <a:srgbClr val="333333"/>
                </a:solidFill>
                <a:latin typeface="Noto Sans TC"/>
                <a:ea typeface="Noto Sans TC"/>
                <a:cs typeface="Noto Sans TC"/>
                <a:sym typeface="Noto Sans TC"/>
              </a:rPr>
              <a:t> (Impact Analysis) </a:t>
            </a:r>
            <a:r>
              <a:rPr lang="en-US" sz="1600" b="0" i="0" u="none" strike="noStrike" cap="none" dirty="0" err="1">
                <a:solidFill>
                  <a:srgbClr val="333333"/>
                </a:solidFill>
                <a:latin typeface="Noto Sans TC"/>
                <a:ea typeface="Noto Sans TC"/>
                <a:cs typeface="Noto Sans TC"/>
                <a:sym typeface="Noto Sans TC"/>
              </a:rPr>
              <a:t>時間，快速釐清現有系統邏輯</a:t>
            </a:r>
            <a:r>
              <a:rPr lang="en-US" sz="1600" b="0" i="0" u="none" strike="noStrike" cap="none" dirty="0">
                <a:solidFill>
                  <a:srgbClr val="333333"/>
                </a:solidFill>
                <a:latin typeface="Noto Sans TC"/>
                <a:ea typeface="Noto Sans TC"/>
                <a:cs typeface="Noto Sans TC"/>
                <a:sym typeface="Noto Sans TC"/>
              </a:rPr>
              <a:t>。</a:t>
            </a:r>
            <a:endParaRPr sz="1600" dirty="0"/>
          </a:p>
        </p:txBody>
      </p:sp>
      <p:sp>
        <p:nvSpPr>
          <p:cNvPr id="30" name="Google Shape;228;p20">
            <a:extLst>
              <a:ext uri="{FF2B5EF4-FFF2-40B4-BE49-F238E27FC236}">
                <a16:creationId xmlns:a16="http://schemas.microsoft.com/office/drawing/2014/main" id="{90CC062F-9EE4-83BF-A972-0A7D9E687252}"/>
              </a:ext>
            </a:extLst>
          </p:cNvPr>
          <p:cNvSpPr txBox="1"/>
          <p:nvPr/>
        </p:nvSpPr>
        <p:spPr>
          <a:xfrm>
            <a:off x="6451766" y="2530235"/>
            <a:ext cx="4970621" cy="24622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00" b="1" i="0" u="none" strike="noStrike" cap="none" dirty="0">
                <a:solidFill>
                  <a:schemeClr val="tx2">
                    <a:lumMod val="75000"/>
                  </a:schemeClr>
                </a:solidFill>
                <a:latin typeface="Noto Sans TC"/>
                <a:ea typeface="Noto Sans TC"/>
                <a:cs typeface="Noto Sans TC"/>
                <a:sym typeface="Noto Sans TC"/>
              </a:rPr>
              <a:t>Agent </a:t>
            </a:r>
            <a:r>
              <a:rPr lang="en-US" sz="1600" b="1" i="0" u="none" strike="noStrike" cap="none" dirty="0" err="1">
                <a:solidFill>
                  <a:schemeClr val="tx2">
                    <a:lumMod val="75000"/>
                  </a:schemeClr>
                </a:solidFill>
                <a:latin typeface="Noto Sans TC"/>
                <a:ea typeface="Noto Sans TC"/>
                <a:cs typeface="Noto Sans TC"/>
                <a:sym typeface="Noto Sans TC"/>
              </a:rPr>
              <a:t>多工分工模式</a:t>
            </a:r>
            <a:r>
              <a:rPr lang="en-US" sz="1600" b="1" i="0" u="none" strike="noStrike" cap="none" dirty="0">
                <a:solidFill>
                  <a:schemeClr val="tx2">
                    <a:lumMod val="75000"/>
                  </a:schemeClr>
                </a:solidFill>
                <a:latin typeface="Noto Sans TC"/>
                <a:ea typeface="Noto Sans TC"/>
                <a:cs typeface="Noto Sans TC"/>
                <a:sym typeface="Noto Sans TC"/>
              </a:rPr>
              <a:t>：</a:t>
            </a:r>
            <a:endParaRPr sz="4800" dirty="0">
              <a:solidFill>
                <a:schemeClr val="tx2">
                  <a:lumMod val="75000"/>
                </a:schemeClr>
              </a:solidFill>
            </a:endParaRPr>
          </a:p>
        </p:txBody>
      </p:sp>
      <p:sp>
        <p:nvSpPr>
          <p:cNvPr id="31" name="Google Shape;229;p20">
            <a:extLst>
              <a:ext uri="{FF2B5EF4-FFF2-40B4-BE49-F238E27FC236}">
                <a16:creationId xmlns:a16="http://schemas.microsoft.com/office/drawing/2014/main" id="{11316602-FB27-F83A-6723-AACE825B0CF6}"/>
              </a:ext>
            </a:extLst>
          </p:cNvPr>
          <p:cNvSpPr txBox="1"/>
          <p:nvPr/>
        </p:nvSpPr>
        <p:spPr>
          <a:xfrm>
            <a:off x="469301" y="4427153"/>
            <a:ext cx="4791075" cy="787908"/>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00" b="1" i="0" u="none" strike="noStrike" cap="none" dirty="0" err="1">
                <a:solidFill>
                  <a:srgbClr val="333333"/>
                </a:solidFill>
                <a:latin typeface="Noto Sans TC"/>
                <a:ea typeface="Noto Sans TC"/>
                <a:cs typeface="Noto Sans TC"/>
                <a:sym typeface="Noto Sans TC"/>
              </a:rPr>
              <a:t>預期效益</a:t>
            </a:r>
            <a:r>
              <a:rPr lang="en-US" sz="1600" b="1" i="0" u="none" strike="noStrike" cap="none" dirty="0">
                <a:solidFill>
                  <a:srgbClr val="333333"/>
                </a:solidFill>
                <a:latin typeface="Noto Sans TC"/>
                <a:ea typeface="Noto Sans TC"/>
                <a:cs typeface="Noto Sans TC"/>
                <a:sym typeface="Noto Sans TC"/>
              </a:rPr>
              <a:t>：</a:t>
            </a:r>
            <a:r>
              <a:rPr lang="en-US" sz="1600" b="0" i="0" u="none" strike="noStrike" cap="none" dirty="0">
                <a:solidFill>
                  <a:srgbClr val="333333"/>
                </a:solidFill>
                <a:latin typeface="Noto Sans TC"/>
                <a:ea typeface="Noto Sans TC"/>
                <a:cs typeface="Noto Sans TC"/>
                <a:sym typeface="Noto Sans TC"/>
              </a:rPr>
              <a:t> </a:t>
            </a:r>
            <a:r>
              <a:rPr lang="en-US" sz="1600" b="0" i="0" u="none" strike="noStrike" cap="none" dirty="0" err="1">
                <a:solidFill>
                  <a:srgbClr val="333333"/>
                </a:solidFill>
                <a:latin typeface="Noto Sans TC"/>
                <a:ea typeface="Noto Sans TC"/>
                <a:cs typeface="Noto Sans TC"/>
                <a:sym typeface="Noto Sans TC"/>
              </a:rPr>
              <a:t>將「新需求邏輯檢索」時間從</a:t>
            </a:r>
            <a:r>
              <a:rPr lang="en-US" sz="1600" b="0" i="0" u="none" strike="noStrike" cap="none" dirty="0">
                <a:solidFill>
                  <a:srgbClr val="333333"/>
                </a:solidFill>
                <a:latin typeface="Noto Sans TC"/>
                <a:ea typeface="Noto Sans TC"/>
                <a:cs typeface="Noto Sans TC"/>
                <a:sym typeface="Noto Sans TC"/>
              </a:rPr>
              <a:t> </a:t>
            </a:r>
            <a:r>
              <a:rPr lang="en-US" altLang="zh-TW" sz="1600" i="0" u="none" strike="noStrike" cap="none" dirty="0">
                <a:solidFill>
                  <a:srgbClr val="333333"/>
                </a:solidFill>
                <a:latin typeface="Noto Sans TC"/>
                <a:ea typeface="Noto Sans TC"/>
                <a:cs typeface="Noto Sans TC"/>
                <a:sym typeface="Noto Sans TC"/>
              </a:rPr>
              <a:t>2</a:t>
            </a:r>
            <a:r>
              <a:rPr lang="en-US" sz="1600" b="1" i="0" u="none" strike="noStrike" cap="none" dirty="0">
                <a:solidFill>
                  <a:srgbClr val="333333"/>
                </a:solidFill>
                <a:latin typeface="Noto Sans TC"/>
                <a:ea typeface="Noto Sans TC"/>
                <a:cs typeface="Noto Sans TC"/>
                <a:sym typeface="Noto Sans TC"/>
              </a:rPr>
              <a:t>天縮短至 </a:t>
            </a:r>
            <a:r>
              <a:rPr lang="en-US" altLang="zh-TW" sz="1600" b="1" i="0" u="none" strike="noStrike" cap="none" dirty="0">
                <a:solidFill>
                  <a:srgbClr val="333333"/>
                </a:solidFill>
                <a:latin typeface="Noto Sans TC"/>
                <a:ea typeface="Noto Sans TC"/>
                <a:cs typeface="Noto Sans TC"/>
                <a:sym typeface="Noto Sans TC"/>
              </a:rPr>
              <a:t>15</a:t>
            </a:r>
            <a:r>
              <a:rPr lang="en-US" sz="1600" b="1" i="0" u="none" strike="noStrike" cap="none" dirty="0">
                <a:solidFill>
                  <a:srgbClr val="333333"/>
                </a:solidFill>
                <a:latin typeface="Noto Sans TC"/>
                <a:ea typeface="Noto Sans TC"/>
                <a:cs typeface="Noto Sans TC"/>
                <a:sym typeface="Noto Sans TC"/>
              </a:rPr>
              <a:t> </a:t>
            </a:r>
            <a:r>
              <a:rPr lang="en-US" sz="1600" b="1" i="0" u="none" strike="noStrike" cap="none" dirty="0" err="1">
                <a:solidFill>
                  <a:srgbClr val="333333"/>
                </a:solidFill>
                <a:latin typeface="Noto Sans TC"/>
                <a:ea typeface="Noto Sans TC"/>
                <a:cs typeface="Noto Sans TC"/>
                <a:sym typeface="Noto Sans TC"/>
              </a:rPr>
              <a:t>分鐘</a:t>
            </a:r>
            <a:r>
              <a:rPr lang="en-US" sz="1600" b="0" i="0" u="none" strike="noStrike" cap="none" dirty="0">
                <a:solidFill>
                  <a:srgbClr val="333333"/>
                </a:solidFill>
                <a:latin typeface="Noto Sans TC"/>
                <a:ea typeface="Noto Sans TC"/>
                <a:cs typeface="Noto Sans TC"/>
                <a:sym typeface="Noto Sans TC"/>
              </a:rPr>
              <a:t>。</a:t>
            </a:r>
            <a:endParaRPr sz="1600" dirty="0"/>
          </a:p>
        </p:txBody>
      </p:sp>
      <p:sp>
        <p:nvSpPr>
          <p:cNvPr id="32" name="Google Shape;230;p20">
            <a:extLst>
              <a:ext uri="{FF2B5EF4-FFF2-40B4-BE49-F238E27FC236}">
                <a16:creationId xmlns:a16="http://schemas.microsoft.com/office/drawing/2014/main" id="{17437730-EE22-32FA-F97E-5DA2F8B7BA83}"/>
              </a:ext>
            </a:extLst>
          </p:cNvPr>
          <p:cNvSpPr txBox="1"/>
          <p:nvPr/>
        </p:nvSpPr>
        <p:spPr>
          <a:xfrm>
            <a:off x="6642266" y="3179848"/>
            <a:ext cx="190500" cy="30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0" i="0" u="none" strike="noStrike" cap="none" dirty="0">
                <a:solidFill>
                  <a:srgbClr val="333333"/>
                </a:solidFill>
                <a:latin typeface="Noto Sans TC"/>
                <a:ea typeface="Noto Sans TC"/>
                <a:cs typeface="Noto Sans TC"/>
                <a:sym typeface="Noto Sans TC"/>
              </a:rPr>
              <a:t>•</a:t>
            </a:r>
            <a:endParaRPr dirty="0"/>
          </a:p>
        </p:txBody>
      </p:sp>
      <p:sp>
        <p:nvSpPr>
          <p:cNvPr id="33" name="Google Shape;231;p20">
            <a:extLst>
              <a:ext uri="{FF2B5EF4-FFF2-40B4-BE49-F238E27FC236}">
                <a16:creationId xmlns:a16="http://schemas.microsoft.com/office/drawing/2014/main" id="{3DB9CE7A-04A4-9483-35D0-59125B3D4A19}"/>
              </a:ext>
            </a:extLst>
          </p:cNvPr>
          <p:cNvSpPr txBox="1"/>
          <p:nvPr/>
        </p:nvSpPr>
        <p:spPr>
          <a:xfrm>
            <a:off x="6760613" y="3078570"/>
            <a:ext cx="5044203" cy="369332"/>
          </a:xfrm>
          <a:prstGeom prst="rect">
            <a:avLst/>
          </a:prstGeom>
          <a:noFill/>
          <a:ln>
            <a:noFill/>
          </a:ln>
        </p:spPr>
        <p:txBody>
          <a:bodyPr spcFirstLastPara="1" wrap="square" lIns="190500" tIns="0" rIns="0" bIns="0" anchor="t" anchorCtr="0">
            <a:spAutoFit/>
          </a:bodyPr>
          <a:lstStyle/>
          <a:p>
            <a:pPr marL="0" marR="0" lvl="0" indent="0" algn="l" rtl="0">
              <a:lnSpc>
                <a:spcPct val="160000"/>
              </a:lnSpc>
              <a:spcBef>
                <a:spcPts val="0"/>
              </a:spcBef>
              <a:spcAft>
                <a:spcPts val="0"/>
              </a:spcAft>
              <a:buNone/>
            </a:pPr>
            <a:r>
              <a:rPr lang="en-US" sz="1500" b="1" i="0" u="none" strike="noStrike" cap="none" dirty="0" err="1">
                <a:solidFill>
                  <a:srgbClr val="333333"/>
                </a:solidFill>
                <a:latin typeface="Noto Sans TC"/>
                <a:ea typeface="Noto Sans TC"/>
                <a:cs typeface="Noto Sans TC"/>
                <a:sym typeface="Noto Sans TC"/>
              </a:rPr>
              <a:t>規格書</a:t>
            </a:r>
            <a:r>
              <a:rPr lang="en-US" sz="1500" b="1" i="0" u="none" strike="noStrike" cap="none" dirty="0">
                <a:solidFill>
                  <a:srgbClr val="333333"/>
                </a:solidFill>
                <a:latin typeface="Noto Sans TC"/>
                <a:ea typeface="Noto Sans TC"/>
                <a:cs typeface="Noto Sans TC"/>
                <a:sym typeface="Noto Sans TC"/>
              </a:rPr>
              <a:t> Agent：</a:t>
            </a:r>
            <a:r>
              <a:rPr lang="en-US" sz="1500" b="0" i="0" u="none" strike="noStrike" cap="none" dirty="0">
                <a:solidFill>
                  <a:srgbClr val="333333"/>
                </a:solidFill>
                <a:latin typeface="Noto Sans TC"/>
                <a:ea typeface="Noto Sans TC"/>
                <a:cs typeface="Noto Sans TC"/>
                <a:sym typeface="Noto Sans TC"/>
              </a:rPr>
              <a:t> </a:t>
            </a:r>
            <a:r>
              <a:rPr lang="en-US" sz="1500" b="0" i="0" u="none" strike="noStrike" cap="none" dirty="0" err="1">
                <a:solidFill>
                  <a:srgbClr val="333333"/>
                </a:solidFill>
                <a:latin typeface="Noto Sans TC"/>
                <a:ea typeface="Noto Sans TC"/>
                <a:cs typeface="Noto Sans TC"/>
                <a:sym typeface="Noto Sans TC"/>
              </a:rPr>
              <a:t>負責讀取並解析</a:t>
            </a:r>
            <a:r>
              <a:rPr lang="en-US" sz="1500" b="0" i="0" u="none" strike="noStrike" cap="none" dirty="0">
                <a:solidFill>
                  <a:srgbClr val="333333"/>
                </a:solidFill>
                <a:latin typeface="Noto Sans TC"/>
                <a:ea typeface="Noto Sans TC"/>
                <a:cs typeface="Noto Sans TC"/>
                <a:sym typeface="Noto Sans TC"/>
              </a:rPr>
              <a:t> PDF/Word </a:t>
            </a:r>
            <a:r>
              <a:rPr lang="en-US" sz="1500" b="0" i="0" u="none" strike="noStrike" cap="none" dirty="0" err="1">
                <a:solidFill>
                  <a:srgbClr val="333333"/>
                </a:solidFill>
                <a:latin typeface="Noto Sans TC"/>
                <a:ea typeface="Noto Sans TC"/>
                <a:cs typeface="Noto Sans TC"/>
                <a:sym typeface="Noto Sans TC"/>
              </a:rPr>
              <a:t>規格文件</a:t>
            </a:r>
            <a:r>
              <a:rPr lang="en-US" sz="1500" b="0" i="0" u="none" strike="noStrike" cap="none" dirty="0">
                <a:solidFill>
                  <a:srgbClr val="333333"/>
                </a:solidFill>
                <a:latin typeface="Noto Sans TC"/>
                <a:ea typeface="Noto Sans TC"/>
                <a:cs typeface="Noto Sans TC"/>
                <a:sym typeface="Noto Sans TC"/>
              </a:rPr>
              <a:t>。</a:t>
            </a:r>
            <a:endParaRPr dirty="0"/>
          </a:p>
        </p:txBody>
      </p:sp>
      <p:sp>
        <p:nvSpPr>
          <p:cNvPr id="34" name="Google Shape;232;p20">
            <a:extLst>
              <a:ext uri="{FF2B5EF4-FFF2-40B4-BE49-F238E27FC236}">
                <a16:creationId xmlns:a16="http://schemas.microsoft.com/office/drawing/2014/main" id="{ED7537B3-A15A-A4DA-8E95-DADEC650CB00}"/>
              </a:ext>
            </a:extLst>
          </p:cNvPr>
          <p:cNvSpPr txBox="1"/>
          <p:nvPr/>
        </p:nvSpPr>
        <p:spPr>
          <a:xfrm>
            <a:off x="6642266" y="3789448"/>
            <a:ext cx="190500" cy="30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0" i="0" u="none" strike="noStrike" cap="none">
                <a:solidFill>
                  <a:srgbClr val="333333"/>
                </a:solidFill>
                <a:latin typeface="Noto Sans TC"/>
                <a:ea typeface="Noto Sans TC"/>
                <a:cs typeface="Noto Sans TC"/>
                <a:sym typeface="Noto Sans TC"/>
              </a:rPr>
              <a:t>•</a:t>
            </a:r>
            <a:endParaRPr/>
          </a:p>
        </p:txBody>
      </p:sp>
      <p:sp>
        <p:nvSpPr>
          <p:cNvPr id="35" name="Google Shape;233;p20">
            <a:extLst>
              <a:ext uri="{FF2B5EF4-FFF2-40B4-BE49-F238E27FC236}">
                <a16:creationId xmlns:a16="http://schemas.microsoft.com/office/drawing/2014/main" id="{662096B8-B763-E266-F516-E8244CC13A8A}"/>
              </a:ext>
            </a:extLst>
          </p:cNvPr>
          <p:cNvSpPr txBox="1"/>
          <p:nvPr/>
        </p:nvSpPr>
        <p:spPr>
          <a:xfrm>
            <a:off x="6737516" y="3699124"/>
            <a:ext cx="6459164" cy="738664"/>
          </a:xfrm>
          <a:prstGeom prst="rect">
            <a:avLst/>
          </a:prstGeom>
          <a:noFill/>
          <a:ln>
            <a:noFill/>
          </a:ln>
        </p:spPr>
        <p:txBody>
          <a:bodyPr spcFirstLastPara="1" wrap="square" lIns="190500" tIns="0" rIns="0" bIns="0" anchor="t" anchorCtr="0">
            <a:spAutoFit/>
          </a:bodyPr>
          <a:lstStyle/>
          <a:p>
            <a:pPr marL="0" marR="0" lvl="0" indent="0" algn="l" rtl="0">
              <a:lnSpc>
                <a:spcPct val="160000"/>
              </a:lnSpc>
              <a:spcBef>
                <a:spcPts val="0"/>
              </a:spcBef>
              <a:spcAft>
                <a:spcPts val="0"/>
              </a:spcAft>
              <a:buNone/>
            </a:pPr>
            <a:r>
              <a:rPr lang="en-US" sz="1500" b="1" i="0" u="none" strike="noStrike" cap="none" dirty="0" err="1">
                <a:solidFill>
                  <a:srgbClr val="333333"/>
                </a:solidFill>
                <a:latin typeface="Noto Sans TC"/>
                <a:ea typeface="Noto Sans TC"/>
                <a:cs typeface="Noto Sans TC"/>
                <a:sym typeface="Noto Sans TC"/>
              </a:rPr>
              <a:t>代碼邏輯</a:t>
            </a:r>
            <a:r>
              <a:rPr lang="en-US" sz="1500" b="1" i="0" u="none" strike="noStrike" cap="none" dirty="0">
                <a:solidFill>
                  <a:srgbClr val="333333"/>
                </a:solidFill>
                <a:latin typeface="Noto Sans TC"/>
                <a:ea typeface="Noto Sans TC"/>
                <a:cs typeface="Noto Sans TC"/>
                <a:sym typeface="Noto Sans TC"/>
              </a:rPr>
              <a:t> Agent：</a:t>
            </a:r>
            <a:r>
              <a:rPr lang="en-US" sz="1500" b="0" i="0" u="none" strike="noStrike" cap="none" dirty="0">
                <a:solidFill>
                  <a:srgbClr val="333333"/>
                </a:solidFill>
                <a:latin typeface="Noto Sans TC"/>
                <a:ea typeface="Noto Sans TC"/>
                <a:cs typeface="Noto Sans TC"/>
                <a:sym typeface="Noto Sans TC"/>
              </a:rPr>
              <a:t> </a:t>
            </a:r>
            <a:r>
              <a:rPr lang="en-US" sz="1500" b="0" i="0" u="none" strike="noStrike" cap="none" dirty="0" err="1">
                <a:solidFill>
                  <a:srgbClr val="333333"/>
                </a:solidFill>
                <a:latin typeface="Noto Sans TC"/>
                <a:ea typeface="Noto Sans TC"/>
                <a:cs typeface="Noto Sans TC"/>
                <a:sym typeface="Noto Sans TC"/>
              </a:rPr>
              <a:t>分析程式碼或</a:t>
            </a:r>
            <a:r>
              <a:rPr lang="en-US" sz="1500" b="0" i="0" u="none" strike="noStrike" cap="none" dirty="0">
                <a:solidFill>
                  <a:srgbClr val="333333"/>
                </a:solidFill>
                <a:latin typeface="Noto Sans TC"/>
                <a:ea typeface="Noto Sans TC"/>
                <a:cs typeface="Noto Sans TC"/>
                <a:sym typeface="Noto Sans TC"/>
              </a:rPr>
              <a:t> SQL </a:t>
            </a:r>
            <a:r>
              <a:rPr lang="en-US" sz="1500" b="0" i="0" u="none" strike="noStrike" cap="none" dirty="0" err="1">
                <a:solidFill>
                  <a:srgbClr val="333333"/>
                </a:solidFill>
                <a:latin typeface="Noto Sans TC"/>
                <a:ea typeface="Noto Sans TC"/>
                <a:cs typeface="Noto Sans TC"/>
                <a:sym typeface="Noto Sans TC"/>
              </a:rPr>
              <a:t>預存程序</a:t>
            </a:r>
            <a:r>
              <a:rPr lang="en-US" sz="1500" b="0" i="0" u="none" strike="noStrike" cap="none" dirty="0">
                <a:solidFill>
                  <a:srgbClr val="333333"/>
                </a:solidFill>
                <a:latin typeface="Noto Sans TC"/>
                <a:ea typeface="Noto Sans TC"/>
                <a:cs typeface="Noto Sans TC"/>
                <a:sym typeface="Noto Sans TC"/>
              </a:rPr>
              <a:t> </a:t>
            </a:r>
          </a:p>
          <a:p>
            <a:pPr marL="0" marR="0" lvl="0" indent="0" algn="l" rtl="0">
              <a:lnSpc>
                <a:spcPct val="160000"/>
              </a:lnSpc>
              <a:spcBef>
                <a:spcPts val="0"/>
              </a:spcBef>
              <a:spcAft>
                <a:spcPts val="0"/>
              </a:spcAft>
              <a:buNone/>
            </a:pPr>
            <a:r>
              <a:rPr lang="en-US" sz="1500" b="0" i="0" u="none" strike="noStrike" cap="none" dirty="0">
                <a:solidFill>
                  <a:srgbClr val="333333"/>
                </a:solidFill>
                <a:latin typeface="Noto Sans TC"/>
                <a:ea typeface="Noto Sans TC"/>
                <a:cs typeface="Noto Sans TC"/>
                <a:sym typeface="Noto Sans TC"/>
              </a:rPr>
              <a:t>(Stored Procedures)。</a:t>
            </a:r>
            <a:endParaRPr dirty="0"/>
          </a:p>
        </p:txBody>
      </p:sp>
      <p:sp>
        <p:nvSpPr>
          <p:cNvPr id="36" name="Google Shape;234;p20">
            <a:extLst>
              <a:ext uri="{FF2B5EF4-FFF2-40B4-BE49-F238E27FC236}">
                <a16:creationId xmlns:a16="http://schemas.microsoft.com/office/drawing/2014/main" id="{7C91B3FE-F1C4-C0F4-7DF6-A9DD735014DD}"/>
              </a:ext>
            </a:extLst>
          </p:cNvPr>
          <p:cNvSpPr txBox="1"/>
          <p:nvPr/>
        </p:nvSpPr>
        <p:spPr>
          <a:xfrm>
            <a:off x="6665363" y="4702337"/>
            <a:ext cx="190500" cy="30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0" i="0" u="none" strike="noStrike" cap="none" dirty="0">
                <a:solidFill>
                  <a:srgbClr val="333333"/>
                </a:solidFill>
                <a:latin typeface="Noto Sans TC"/>
                <a:ea typeface="Noto Sans TC"/>
                <a:cs typeface="Noto Sans TC"/>
                <a:sym typeface="Noto Sans TC"/>
              </a:rPr>
              <a:t>•</a:t>
            </a:r>
            <a:endParaRPr dirty="0"/>
          </a:p>
        </p:txBody>
      </p:sp>
      <p:sp>
        <p:nvSpPr>
          <p:cNvPr id="37" name="Google Shape;235;p20">
            <a:extLst>
              <a:ext uri="{FF2B5EF4-FFF2-40B4-BE49-F238E27FC236}">
                <a16:creationId xmlns:a16="http://schemas.microsoft.com/office/drawing/2014/main" id="{D0D03296-1A4C-34A2-CA3B-E14458335A07}"/>
              </a:ext>
            </a:extLst>
          </p:cNvPr>
          <p:cNvSpPr txBox="1"/>
          <p:nvPr/>
        </p:nvSpPr>
        <p:spPr>
          <a:xfrm>
            <a:off x="6738945" y="4637805"/>
            <a:ext cx="4589621" cy="738664"/>
          </a:xfrm>
          <a:prstGeom prst="rect">
            <a:avLst/>
          </a:prstGeom>
          <a:noFill/>
          <a:ln>
            <a:noFill/>
          </a:ln>
        </p:spPr>
        <p:txBody>
          <a:bodyPr spcFirstLastPara="1" wrap="square" lIns="190500" tIns="0" rIns="0" bIns="0" anchor="t" anchorCtr="0">
            <a:spAutoFit/>
          </a:bodyPr>
          <a:lstStyle/>
          <a:p>
            <a:pPr marL="0" marR="0" lvl="0" indent="0" algn="l" rtl="0">
              <a:lnSpc>
                <a:spcPct val="160000"/>
              </a:lnSpc>
              <a:spcBef>
                <a:spcPts val="0"/>
              </a:spcBef>
              <a:spcAft>
                <a:spcPts val="0"/>
              </a:spcAft>
              <a:buNone/>
            </a:pPr>
            <a:r>
              <a:rPr lang="en-US" sz="1500" b="1" i="0" u="none" strike="noStrike" cap="none" dirty="0" err="1">
                <a:solidFill>
                  <a:srgbClr val="333333"/>
                </a:solidFill>
                <a:latin typeface="Noto Sans TC"/>
                <a:ea typeface="Noto Sans TC"/>
                <a:cs typeface="Noto Sans TC"/>
                <a:sym typeface="Noto Sans TC"/>
              </a:rPr>
              <a:t>督導</a:t>
            </a:r>
            <a:r>
              <a:rPr lang="en-US" sz="1500" b="1" i="0" u="none" strike="noStrike" cap="none" dirty="0">
                <a:solidFill>
                  <a:srgbClr val="333333"/>
                </a:solidFill>
                <a:latin typeface="Noto Sans TC"/>
                <a:ea typeface="Noto Sans TC"/>
                <a:cs typeface="Noto Sans TC"/>
                <a:sym typeface="Noto Sans TC"/>
              </a:rPr>
              <a:t> Agent (Supervisor)：</a:t>
            </a:r>
            <a:r>
              <a:rPr lang="en-US" sz="1500" b="0" i="0" u="none" strike="noStrike" cap="none" dirty="0">
                <a:solidFill>
                  <a:srgbClr val="333333"/>
                </a:solidFill>
                <a:latin typeface="Noto Sans TC"/>
                <a:ea typeface="Noto Sans TC"/>
                <a:cs typeface="Noto Sans TC"/>
                <a:sym typeface="Noto Sans TC"/>
              </a:rPr>
              <a:t> </a:t>
            </a:r>
            <a:r>
              <a:rPr lang="en-US" sz="1500" b="0" i="0" u="none" strike="noStrike" cap="none" dirty="0" err="1">
                <a:solidFill>
                  <a:srgbClr val="333333"/>
                </a:solidFill>
                <a:latin typeface="Noto Sans TC"/>
                <a:ea typeface="Noto Sans TC"/>
                <a:cs typeface="Noto Sans TC"/>
                <a:sym typeface="Noto Sans TC"/>
              </a:rPr>
              <a:t>整合兩者答案，回覆</a:t>
            </a:r>
            <a:r>
              <a:rPr lang="en-US" sz="1500" b="0" i="0" u="none" strike="noStrike" cap="none" dirty="0">
                <a:solidFill>
                  <a:srgbClr val="333333"/>
                </a:solidFill>
                <a:latin typeface="Noto Sans TC"/>
                <a:ea typeface="Noto Sans TC"/>
                <a:cs typeface="Noto Sans TC"/>
                <a:sym typeface="Noto Sans TC"/>
              </a:rPr>
              <a:t>：「</a:t>
            </a:r>
            <a:r>
              <a:rPr lang="en-US" sz="1500" b="0" i="0" u="none" strike="noStrike" cap="none" dirty="0" err="1">
                <a:solidFill>
                  <a:srgbClr val="333333"/>
                </a:solidFill>
                <a:latin typeface="Noto Sans TC"/>
                <a:ea typeface="Noto Sans TC"/>
                <a:cs typeface="Noto Sans TC"/>
                <a:sym typeface="Noto Sans TC"/>
              </a:rPr>
              <a:t>目前系統</a:t>
            </a:r>
            <a:r>
              <a:rPr lang="en-US" sz="1500" b="0" i="0" u="none" strike="noStrike" cap="none" dirty="0">
                <a:solidFill>
                  <a:srgbClr val="333333"/>
                </a:solidFill>
                <a:latin typeface="Noto Sans TC"/>
                <a:ea typeface="Noto Sans TC"/>
                <a:cs typeface="Noto Sans TC"/>
                <a:sym typeface="Noto Sans TC"/>
              </a:rPr>
              <a:t> A </a:t>
            </a:r>
            <a:r>
              <a:rPr lang="en-US" sz="1500" b="0" i="0" u="none" strike="noStrike" cap="none" dirty="0" err="1">
                <a:solidFill>
                  <a:srgbClr val="333333"/>
                </a:solidFill>
                <a:latin typeface="Noto Sans TC"/>
                <a:ea typeface="Noto Sans TC"/>
                <a:cs typeface="Noto Sans TC"/>
                <a:sym typeface="Noto Sans TC"/>
              </a:rPr>
              <a:t>的規格是</a:t>
            </a:r>
            <a:r>
              <a:rPr lang="en-US" sz="1500" b="0" i="0" u="none" strike="noStrike" cap="none" dirty="0">
                <a:solidFill>
                  <a:srgbClr val="333333"/>
                </a:solidFill>
                <a:latin typeface="Noto Sans TC"/>
                <a:ea typeface="Noto Sans TC"/>
                <a:cs typeface="Noto Sans TC"/>
                <a:sym typeface="Noto Sans TC"/>
              </a:rPr>
              <a:t> </a:t>
            </a:r>
            <a:r>
              <a:rPr lang="en-US" sz="1500" b="0" i="0" u="none" strike="noStrike" cap="none" dirty="0" err="1">
                <a:solidFill>
                  <a:srgbClr val="333333"/>
                </a:solidFill>
                <a:latin typeface="Noto Sans TC"/>
                <a:ea typeface="Noto Sans TC"/>
                <a:cs typeface="Noto Sans TC"/>
                <a:sym typeface="Noto Sans TC"/>
              </a:rPr>
              <a:t>X，但代碼實作邏輯是</a:t>
            </a:r>
            <a:r>
              <a:rPr lang="en-US" sz="1500" b="0" i="0" u="none" strike="noStrike" cap="none" dirty="0">
                <a:solidFill>
                  <a:srgbClr val="333333"/>
                </a:solidFill>
                <a:latin typeface="Noto Sans TC"/>
                <a:ea typeface="Noto Sans TC"/>
                <a:cs typeface="Noto Sans TC"/>
                <a:sym typeface="Noto Sans TC"/>
              </a:rPr>
              <a:t>」。</a:t>
            </a:r>
            <a:endParaRPr dirty="0"/>
          </a:p>
        </p:txBody>
      </p:sp>
      <p:sp>
        <p:nvSpPr>
          <p:cNvPr id="38" name="矩形: 圓角 37">
            <a:extLst>
              <a:ext uri="{FF2B5EF4-FFF2-40B4-BE49-F238E27FC236}">
                <a16:creationId xmlns:a16="http://schemas.microsoft.com/office/drawing/2014/main" id="{C2B2DFB6-CEA0-F279-E964-2821D831AA7F}"/>
              </a:ext>
            </a:extLst>
          </p:cNvPr>
          <p:cNvSpPr/>
          <p:nvPr/>
        </p:nvSpPr>
        <p:spPr bwMode="auto">
          <a:xfrm>
            <a:off x="332845" y="2933697"/>
            <a:ext cx="5424476" cy="1070007"/>
          </a:xfrm>
          <a:prstGeom prst="roundRect">
            <a:avLst/>
          </a:prstGeom>
          <a:noFill/>
          <a:ln w="28575" cap="flat" cmpd="sng" algn="ctr">
            <a:solidFill>
              <a:schemeClr val="tx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TW" altLang="en-US" sz="4000" b="1" i="0" u="none" strike="noStrike" cap="none" normalizeH="0" baseline="0">
              <a:ln>
                <a:solidFill>
                  <a:srgbClr val="0070C0"/>
                </a:solidFill>
              </a:ln>
              <a:solidFill>
                <a:schemeClr val="tx1"/>
              </a:solidFill>
              <a:effectLst/>
              <a:latin typeface="Arial" charset="0"/>
              <a:ea typeface="华文楷体" pitchFamily="2" charset="-122"/>
            </a:endParaRPr>
          </a:p>
        </p:txBody>
      </p:sp>
      <p:pic>
        <p:nvPicPr>
          <p:cNvPr id="39" name="Google Shape;170;p20" descr="image.png">
            <a:extLst>
              <a:ext uri="{FF2B5EF4-FFF2-40B4-BE49-F238E27FC236}">
                <a16:creationId xmlns:a16="http://schemas.microsoft.com/office/drawing/2014/main" id="{83E7620A-D96F-4221-5831-575BBE8442F4}"/>
              </a:ext>
            </a:extLst>
          </p:cNvPr>
          <p:cNvPicPr preferRelativeResize="0"/>
          <p:nvPr/>
        </p:nvPicPr>
        <p:blipFill rotWithShape="1">
          <a:blip r:embed="rId5">
            <a:alphaModFix/>
          </a:blip>
          <a:srcRect/>
          <a:stretch/>
        </p:blipFill>
        <p:spPr>
          <a:xfrm>
            <a:off x="332844" y="2252613"/>
            <a:ext cx="433449" cy="561558"/>
          </a:xfrm>
          <a:prstGeom prst="rect">
            <a:avLst/>
          </a:prstGeom>
          <a:noFill/>
          <a:ln>
            <a:noFill/>
          </a:ln>
        </p:spPr>
      </p:pic>
      <p:pic>
        <p:nvPicPr>
          <p:cNvPr id="40" name="Google Shape;179;p20" descr="image.png">
            <a:extLst>
              <a:ext uri="{FF2B5EF4-FFF2-40B4-BE49-F238E27FC236}">
                <a16:creationId xmlns:a16="http://schemas.microsoft.com/office/drawing/2014/main" id="{2BAFDBA6-AE9C-FBB7-6192-DFAA1525BFA2}"/>
              </a:ext>
            </a:extLst>
          </p:cNvPr>
          <p:cNvPicPr preferRelativeResize="0"/>
          <p:nvPr/>
        </p:nvPicPr>
        <p:blipFill rotWithShape="1">
          <a:blip r:embed="rId6">
            <a:alphaModFix/>
          </a:blip>
          <a:srcRect/>
          <a:stretch/>
        </p:blipFill>
        <p:spPr>
          <a:xfrm>
            <a:off x="433217" y="2386684"/>
            <a:ext cx="250071" cy="293417"/>
          </a:xfrm>
          <a:prstGeom prst="rect">
            <a:avLst/>
          </a:prstGeom>
          <a:noFill/>
          <a:ln>
            <a:noFill/>
          </a:ln>
        </p:spPr>
      </p:pic>
    </p:spTree>
    <p:extLst>
      <p:ext uri="{BB962C8B-B14F-4D97-AF65-F5344CB8AC3E}">
        <p14:creationId xmlns:p14="http://schemas.microsoft.com/office/powerpoint/2010/main" val="1116111900"/>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A3A2DB-BD6E-BE3C-BCCD-FE4BAE83C4F2}"/>
            </a:ext>
          </a:extLst>
        </p:cNvPr>
        <p:cNvGrpSpPr/>
        <p:nvPr/>
      </p:nvGrpSpPr>
      <p:grpSpPr>
        <a:xfrm>
          <a:off x="0" y="0"/>
          <a:ext cx="0" cy="0"/>
          <a:chOff x="0" y="0"/>
          <a:chExt cx="0" cy="0"/>
        </a:xfrm>
      </p:grpSpPr>
      <p:pic>
        <p:nvPicPr>
          <p:cNvPr id="22" name="Google Shape;223;p20" descr="image.png">
            <a:extLst>
              <a:ext uri="{FF2B5EF4-FFF2-40B4-BE49-F238E27FC236}">
                <a16:creationId xmlns:a16="http://schemas.microsoft.com/office/drawing/2014/main" id="{F35750DD-119E-F16C-B3A3-B3E6B632083D}"/>
              </a:ext>
            </a:extLst>
          </p:cNvPr>
          <p:cNvPicPr preferRelativeResize="0"/>
          <p:nvPr/>
        </p:nvPicPr>
        <p:blipFill rotWithShape="1">
          <a:blip r:embed="rId2">
            <a:alphaModFix/>
          </a:blip>
          <a:srcRect/>
          <a:stretch/>
        </p:blipFill>
        <p:spPr>
          <a:xfrm>
            <a:off x="568593" y="3622444"/>
            <a:ext cx="5341704" cy="1168561"/>
          </a:xfrm>
          <a:prstGeom prst="rect">
            <a:avLst/>
          </a:prstGeom>
          <a:noFill/>
          <a:ln>
            <a:noFill/>
          </a:ln>
        </p:spPr>
      </p:pic>
      <p:pic>
        <p:nvPicPr>
          <p:cNvPr id="18" name="Google Shape;222;p20" descr="image.png">
            <a:extLst>
              <a:ext uri="{FF2B5EF4-FFF2-40B4-BE49-F238E27FC236}">
                <a16:creationId xmlns:a16="http://schemas.microsoft.com/office/drawing/2014/main" id="{192D16E9-0943-0936-470E-0702ED31AFF9}"/>
              </a:ext>
            </a:extLst>
          </p:cNvPr>
          <p:cNvPicPr preferRelativeResize="0"/>
          <p:nvPr/>
        </p:nvPicPr>
        <p:blipFill rotWithShape="1">
          <a:blip r:embed="rId3">
            <a:alphaModFix/>
          </a:blip>
          <a:srcRect/>
          <a:stretch/>
        </p:blipFill>
        <p:spPr>
          <a:xfrm>
            <a:off x="6232691" y="1330478"/>
            <a:ext cx="5467765" cy="4408841"/>
          </a:xfrm>
          <a:prstGeom prst="rect">
            <a:avLst/>
          </a:prstGeom>
          <a:noFill/>
          <a:ln>
            <a:noFill/>
          </a:ln>
        </p:spPr>
      </p:pic>
      <p:sp>
        <p:nvSpPr>
          <p:cNvPr id="4" name="標題 1">
            <a:extLst>
              <a:ext uri="{FF2B5EF4-FFF2-40B4-BE49-F238E27FC236}">
                <a16:creationId xmlns:a16="http://schemas.microsoft.com/office/drawing/2014/main" id="{91E4EB2C-9C0A-A4D8-1F6A-7F269C0CB70B}"/>
              </a:ext>
            </a:extLst>
          </p:cNvPr>
          <p:cNvSpPr>
            <a:spLocks noGrp="1" noChangeArrowheads="1"/>
          </p:cNvSpPr>
          <p:nvPr>
            <p:ph type="title"/>
          </p:nvPr>
        </p:nvSpPr>
        <p:spPr bwMode="auto">
          <a:xfrm>
            <a:off x="331200" y="162000"/>
            <a:ext cx="11116727" cy="62258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0" compatLnSpc="1">
            <a:prstTxWarp prst="textNoShape">
              <a:avLst/>
            </a:prstTxWarp>
          </a:bodyPr>
          <a:lstStyle/>
          <a:p>
            <a:r>
              <a:rPr lang="en-US" altLang="zh-TW" sz="3000" b="1" dirty="0">
                <a:solidFill>
                  <a:srgbClr val="001A3D"/>
                </a:solidFill>
                <a:latin typeface="Noto Sans TC"/>
                <a:ea typeface="Noto Sans TC"/>
                <a:cs typeface="Noto Sans TC"/>
                <a:sym typeface="Noto Sans TC"/>
              </a:rPr>
              <a:t>5. </a:t>
            </a:r>
            <a:r>
              <a:rPr lang="zh-TW" altLang="en-US" sz="3000" b="1" dirty="0">
                <a:solidFill>
                  <a:srgbClr val="001A3D"/>
                </a:solidFill>
                <a:latin typeface="Noto Sans TC"/>
                <a:ea typeface="Noto Sans TC"/>
                <a:cs typeface="Noto Sans TC"/>
                <a:sym typeface="Noto Sans TC"/>
              </a:rPr>
              <a:t>延伸應用案例二：</a:t>
            </a:r>
            <a:r>
              <a:rPr lang="en-US" altLang="zh-TW" sz="3000" b="1" dirty="0">
                <a:solidFill>
                  <a:srgbClr val="001A3D"/>
                </a:solidFill>
                <a:latin typeface="Noto Sans TC"/>
                <a:ea typeface="Noto Sans TC"/>
                <a:cs typeface="Noto Sans TC"/>
                <a:sym typeface="Noto Sans TC"/>
              </a:rPr>
              <a:t>AI</a:t>
            </a:r>
            <a:r>
              <a:rPr lang="zh-TW" altLang="en-US" sz="3000" b="1" dirty="0">
                <a:solidFill>
                  <a:srgbClr val="001A3D"/>
                </a:solidFill>
                <a:latin typeface="Noto Sans TC"/>
                <a:ea typeface="Noto Sans TC"/>
                <a:cs typeface="Noto Sans TC"/>
                <a:sym typeface="Noto Sans TC"/>
              </a:rPr>
              <a:t> </a:t>
            </a:r>
            <a:r>
              <a:rPr lang="en-US" altLang="zh-TW" sz="3000" b="1" dirty="0">
                <a:solidFill>
                  <a:srgbClr val="001A3D"/>
                </a:solidFill>
                <a:latin typeface="Noto Sans TC"/>
                <a:ea typeface="Noto Sans TC"/>
                <a:cs typeface="Noto Sans TC"/>
                <a:sym typeface="Noto Sans TC"/>
              </a:rPr>
              <a:t>IT</a:t>
            </a:r>
            <a:r>
              <a:rPr lang="zh-TW" altLang="en-US" sz="3000" b="1" dirty="0">
                <a:solidFill>
                  <a:srgbClr val="001A3D"/>
                </a:solidFill>
                <a:latin typeface="Noto Sans TC"/>
                <a:ea typeface="Noto Sans TC"/>
                <a:cs typeface="Noto Sans TC"/>
                <a:sym typeface="Noto Sans TC"/>
              </a:rPr>
              <a:t>維運診斷家</a:t>
            </a:r>
            <a:r>
              <a:rPr lang="en-US" altLang="zh-TW" sz="3000" b="1" dirty="0">
                <a:solidFill>
                  <a:srgbClr val="001A3D"/>
                </a:solidFill>
                <a:latin typeface="Noto Sans TC" panose="020B0200000000000000" pitchFamily="34" charset="-120"/>
                <a:ea typeface="Noto Sans TC" panose="020B0200000000000000" pitchFamily="34" charset="-120"/>
              </a:rPr>
              <a:t>(3/3)</a:t>
            </a:r>
            <a:endParaRPr lang="zh-TW" altLang="en-US" sz="3000" dirty="0">
              <a:latin typeface="Noto Sans TC" panose="020B0200000000000000" pitchFamily="34" charset="-120"/>
              <a:ea typeface="Noto Sans TC" panose="020B0200000000000000" pitchFamily="34" charset="-120"/>
            </a:endParaRPr>
          </a:p>
        </p:txBody>
      </p:sp>
      <p:sp>
        <p:nvSpPr>
          <p:cNvPr id="7" name="Google Shape;137;p17">
            <a:extLst>
              <a:ext uri="{FF2B5EF4-FFF2-40B4-BE49-F238E27FC236}">
                <a16:creationId xmlns:a16="http://schemas.microsoft.com/office/drawing/2014/main" id="{8B7458E4-7FAA-CBFF-DCBF-37658B2FD146}"/>
              </a:ext>
            </a:extLst>
          </p:cNvPr>
          <p:cNvSpPr txBox="1"/>
          <p:nvPr/>
        </p:nvSpPr>
        <p:spPr>
          <a:xfrm>
            <a:off x="1256569" y="1797131"/>
            <a:ext cx="4381500" cy="307777"/>
          </a:xfrm>
          <a:prstGeom prst="rect">
            <a:avLst/>
          </a:prstGeom>
          <a:noFill/>
          <a:ln>
            <a:noFill/>
          </a:ln>
        </p:spPr>
        <p:txBody>
          <a:bodyPr spcFirstLastPara="1" wrap="square" lIns="0" tIns="0" rIns="0" bIns="0" anchor="t" anchorCtr="0">
            <a:spAutoFit/>
          </a:bodyPr>
          <a:lstStyle/>
          <a:p>
            <a:pPr>
              <a:spcBef>
                <a:spcPts val="0"/>
              </a:spcBef>
              <a:spcAft>
                <a:spcPts val="0"/>
              </a:spcAft>
            </a:pPr>
            <a:r>
              <a:rPr lang="en-US" sz="2000" dirty="0" err="1">
                <a:solidFill>
                  <a:schemeClr val="tx2">
                    <a:lumMod val="75000"/>
                  </a:schemeClr>
                </a:solidFill>
                <a:latin typeface="Noto Sans TC"/>
                <a:ea typeface="Noto Sans TC"/>
                <a:sym typeface="Microsoft JhengHei"/>
              </a:rPr>
              <a:t>全方位的</a:t>
            </a:r>
            <a:r>
              <a:rPr lang="en-US" sz="2000" dirty="0">
                <a:solidFill>
                  <a:schemeClr val="tx2">
                    <a:lumMod val="75000"/>
                  </a:schemeClr>
                </a:solidFill>
                <a:latin typeface="Noto Sans TC"/>
                <a:ea typeface="Noto Sans TC"/>
                <a:sym typeface="Microsoft JhengHei"/>
              </a:rPr>
              <a:t> IT </a:t>
            </a:r>
            <a:r>
              <a:rPr lang="en-US" sz="2000" dirty="0" err="1">
                <a:solidFill>
                  <a:schemeClr val="tx2">
                    <a:lumMod val="75000"/>
                  </a:schemeClr>
                </a:solidFill>
                <a:latin typeface="Noto Sans TC"/>
                <a:ea typeface="Noto Sans TC"/>
                <a:sym typeface="Microsoft JhengHei"/>
              </a:rPr>
              <a:t>維運診斷</a:t>
            </a:r>
            <a:endParaRPr sz="2000" dirty="0">
              <a:solidFill>
                <a:schemeClr val="tx2">
                  <a:lumMod val="75000"/>
                </a:schemeClr>
              </a:solidFill>
              <a:latin typeface="Noto Sans TC"/>
              <a:ea typeface="Noto Sans TC"/>
            </a:endParaRPr>
          </a:p>
        </p:txBody>
      </p:sp>
      <p:sp>
        <p:nvSpPr>
          <p:cNvPr id="8" name="Google Shape;138;p17">
            <a:extLst>
              <a:ext uri="{FF2B5EF4-FFF2-40B4-BE49-F238E27FC236}">
                <a16:creationId xmlns:a16="http://schemas.microsoft.com/office/drawing/2014/main" id="{EE0B7BED-3401-64E0-A5F5-EFEEFB9ECE7C}"/>
              </a:ext>
            </a:extLst>
          </p:cNvPr>
          <p:cNvSpPr txBox="1"/>
          <p:nvPr/>
        </p:nvSpPr>
        <p:spPr>
          <a:xfrm>
            <a:off x="727343" y="2636281"/>
            <a:ext cx="4381500" cy="738664"/>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600" b="1" i="0" u="none" strike="noStrike" cap="none" dirty="0" err="1">
                <a:solidFill>
                  <a:srgbClr val="334155"/>
                </a:solidFill>
                <a:latin typeface="Noto Sans TC" panose="020B0200000000000000" pitchFamily="34" charset="-120"/>
                <a:ea typeface="Noto Sans TC" panose="020B0200000000000000" pitchFamily="34" charset="-120"/>
                <a:cs typeface="Microsoft JhengHei"/>
                <a:sym typeface="Microsoft JhengHei"/>
              </a:rPr>
              <a:t>需求背景：</a:t>
            </a:r>
            <a:r>
              <a:rPr lang="en-US" sz="1600" b="0" i="0" u="none" strike="noStrike" cap="none" dirty="0" err="1">
                <a:solidFill>
                  <a:srgbClr val="334155"/>
                </a:solidFill>
                <a:latin typeface="Noto Sans TC" panose="020B0200000000000000" pitchFamily="34" charset="-120"/>
                <a:ea typeface="Noto Sans TC" panose="020B0200000000000000" pitchFamily="34" charset="-120"/>
                <a:cs typeface="Microsoft JhengHei"/>
                <a:sym typeface="Microsoft JhengHei"/>
              </a:rPr>
              <a:t>縮短異常定位與故障排除時間</a:t>
            </a:r>
            <a:r>
              <a:rPr lang="en-US" sz="1600" b="0" i="0" u="none" strike="noStrike" cap="none" dirty="0">
                <a:solidFill>
                  <a:srgbClr val="334155"/>
                </a:solidFill>
                <a:latin typeface="Noto Sans TC" panose="020B0200000000000000" pitchFamily="34" charset="-120"/>
                <a:ea typeface="Noto Sans TC" panose="020B0200000000000000" pitchFamily="34" charset="-120"/>
                <a:cs typeface="Microsoft JhengHei"/>
                <a:sym typeface="Microsoft JhengHei"/>
              </a:rPr>
              <a:t> (MTTR)，</a:t>
            </a:r>
            <a:r>
              <a:rPr lang="en-US" sz="1600" b="0" i="0" u="none" strike="noStrike" cap="none" dirty="0" err="1">
                <a:solidFill>
                  <a:srgbClr val="334155"/>
                </a:solidFill>
                <a:latin typeface="Noto Sans TC" panose="020B0200000000000000" pitchFamily="34" charset="-120"/>
                <a:ea typeface="Noto Sans TC" panose="020B0200000000000000" pitchFamily="34" charset="-120"/>
                <a:cs typeface="Microsoft JhengHei"/>
                <a:sym typeface="Microsoft JhengHei"/>
              </a:rPr>
              <a:t>降低對資深維運人員的依賴</a:t>
            </a:r>
            <a:r>
              <a:rPr lang="en-US" sz="1600" b="0" i="0" u="none" strike="noStrike" cap="none" dirty="0">
                <a:solidFill>
                  <a:srgbClr val="334155"/>
                </a:solidFill>
                <a:latin typeface="Noto Sans TC" panose="020B0200000000000000" pitchFamily="34" charset="-120"/>
                <a:ea typeface="Noto Sans TC" panose="020B0200000000000000" pitchFamily="34" charset="-120"/>
                <a:cs typeface="Microsoft JhengHei"/>
                <a:sym typeface="Microsoft JhengHei"/>
              </a:rPr>
              <a:t>。</a:t>
            </a:r>
            <a:endParaRPr sz="1600" dirty="0">
              <a:latin typeface="Noto Sans TC" panose="020B0200000000000000" pitchFamily="34" charset="-120"/>
              <a:ea typeface="Noto Sans TC" panose="020B0200000000000000" pitchFamily="34" charset="-120"/>
            </a:endParaRPr>
          </a:p>
        </p:txBody>
      </p:sp>
      <p:sp>
        <p:nvSpPr>
          <p:cNvPr id="9" name="Google Shape;139;p17">
            <a:extLst>
              <a:ext uri="{FF2B5EF4-FFF2-40B4-BE49-F238E27FC236}">
                <a16:creationId xmlns:a16="http://schemas.microsoft.com/office/drawing/2014/main" id="{8BCF7145-15D8-CB27-E6AA-B25721D5B22A}"/>
              </a:ext>
            </a:extLst>
          </p:cNvPr>
          <p:cNvSpPr txBox="1"/>
          <p:nvPr/>
        </p:nvSpPr>
        <p:spPr>
          <a:xfrm>
            <a:off x="6456532" y="1721003"/>
            <a:ext cx="4362450"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000" b="1" i="0" u="none" strike="noStrike" cap="none" dirty="0">
                <a:solidFill>
                  <a:srgbClr val="002D72"/>
                </a:solidFill>
                <a:latin typeface="Noto Sans TC" panose="020B0200000000000000" pitchFamily="34" charset="-120"/>
                <a:ea typeface="Noto Sans TC" panose="020B0200000000000000" pitchFamily="34" charset="-120"/>
                <a:cs typeface="Microsoft JhengHei"/>
                <a:sym typeface="Microsoft JhengHei"/>
              </a:rPr>
              <a:t>Agent </a:t>
            </a:r>
            <a:r>
              <a:rPr lang="en-US" sz="2000" b="1" i="0" u="none" strike="noStrike" cap="none" dirty="0" err="1">
                <a:solidFill>
                  <a:srgbClr val="002D72"/>
                </a:solidFill>
                <a:latin typeface="Noto Sans TC" panose="020B0200000000000000" pitchFamily="34" charset="-120"/>
                <a:ea typeface="Noto Sans TC" panose="020B0200000000000000" pitchFamily="34" charset="-120"/>
                <a:cs typeface="Microsoft JhengHei"/>
                <a:sym typeface="Microsoft JhengHei"/>
              </a:rPr>
              <a:t>多工分工模式</a:t>
            </a:r>
            <a:r>
              <a:rPr lang="en-US" sz="2000" b="1" i="0" u="none" strike="noStrike" cap="none" dirty="0">
                <a:solidFill>
                  <a:srgbClr val="002D72"/>
                </a:solidFill>
                <a:latin typeface="Noto Sans TC" panose="020B0200000000000000" pitchFamily="34" charset="-120"/>
                <a:ea typeface="Noto Sans TC" panose="020B0200000000000000" pitchFamily="34" charset="-120"/>
                <a:cs typeface="Microsoft JhengHei"/>
                <a:sym typeface="Microsoft JhengHei"/>
              </a:rPr>
              <a:t>：</a:t>
            </a:r>
            <a:endParaRPr sz="2000" dirty="0">
              <a:latin typeface="Noto Sans TC" panose="020B0200000000000000" pitchFamily="34" charset="-120"/>
              <a:ea typeface="Noto Sans TC" panose="020B0200000000000000" pitchFamily="34" charset="-120"/>
            </a:endParaRPr>
          </a:p>
        </p:txBody>
      </p:sp>
      <p:sp>
        <p:nvSpPr>
          <p:cNvPr id="11" name="Google Shape;141;p17">
            <a:extLst>
              <a:ext uri="{FF2B5EF4-FFF2-40B4-BE49-F238E27FC236}">
                <a16:creationId xmlns:a16="http://schemas.microsoft.com/office/drawing/2014/main" id="{0E35A753-3651-F910-E617-4E382EE3103F}"/>
              </a:ext>
            </a:extLst>
          </p:cNvPr>
          <p:cNvSpPr txBox="1"/>
          <p:nvPr/>
        </p:nvSpPr>
        <p:spPr>
          <a:xfrm>
            <a:off x="764163" y="3818834"/>
            <a:ext cx="4881663" cy="787908"/>
          </a:xfrm>
          <a:prstGeom prst="rect">
            <a:avLst/>
          </a:prstGeom>
          <a:noFill/>
          <a:ln>
            <a:noFill/>
          </a:ln>
        </p:spPr>
        <p:txBody>
          <a:bodyPr spcFirstLastPara="1" wrap="square" lIns="0" tIns="0" rIns="0" bIns="0" anchor="t" anchorCtr="0">
            <a:spAutoFit/>
          </a:bodyPr>
          <a:lstStyle/>
          <a:p>
            <a:pPr>
              <a:lnSpc>
                <a:spcPct val="160000"/>
              </a:lnSpc>
              <a:spcBef>
                <a:spcPts val="0"/>
              </a:spcBef>
              <a:spcAft>
                <a:spcPts val="0"/>
              </a:spcAft>
            </a:pPr>
            <a:r>
              <a:rPr lang="en-US" altLang="zh-TW" sz="1600" dirty="0" err="1">
                <a:solidFill>
                  <a:srgbClr val="333333"/>
                </a:solidFill>
                <a:latin typeface="Noto Sans TC"/>
                <a:ea typeface="Noto Sans TC"/>
                <a:sym typeface="Noto Sans TC"/>
              </a:rPr>
              <a:t>預期效益</a:t>
            </a:r>
            <a:r>
              <a:rPr lang="en-US" altLang="zh-TW" sz="1600" dirty="0">
                <a:solidFill>
                  <a:srgbClr val="333333"/>
                </a:solidFill>
                <a:latin typeface="Noto Sans TC"/>
                <a:ea typeface="Noto Sans TC"/>
                <a:sym typeface="Noto Sans TC"/>
              </a:rPr>
              <a:t>： </a:t>
            </a:r>
            <a:r>
              <a:rPr lang="en-US" sz="1600" dirty="0" err="1">
                <a:solidFill>
                  <a:srgbClr val="333333"/>
                </a:solidFill>
                <a:latin typeface="Noto Sans TC"/>
                <a:ea typeface="Noto Sans TC"/>
                <a:sym typeface="Microsoft JhengHei"/>
              </a:rPr>
              <a:t>將「異常初步分析與定位」時間從</a:t>
            </a:r>
            <a:r>
              <a:rPr lang="en-US" sz="1600" dirty="0">
                <a:solidFill>
                  <a:srgbClr val="333333"/>
                </a:solidFill>
                <a:latin typeface="Noto Sans TC"/>
                <a:ea typeface="Noto Sans TC"/>
                <a:sym typeface="Microsoft JhengHei"/>
              </a:rPr>
              <a:t> 4 </a:t>
            </a:r>
            <a:r>
              <a:rPr lang="en-US" sz="1600" dirty="0" err="1">
                <a:solidFill>
                  <a:srgbClr val="333333"/>
                </a:solidFill>
                <a:latin typeface="Noto Sans TC"/>
                <a:ea typeface="Noto Sans TC"/>
                <a:sym typeface="Microsoft JhengHei"/>
              </a:rPr>
              <a:t>小時縮短至</a:t>
            </a:r>
            <a:r>
              <a:rPr lang="en-US" sz="1600" dirty="0">
                <a:solidFill>
                  <a:srgbClr val="333333"/>
                </a:solidFill>
                <a:latin typeface="Noto Sans TC"/>
                <a:ea typeface="Noto Sans TC"/>
                <a:sym typeface="Microsoft JhengHei"/>
              </a:rPr>
              <a:t> </a:t>
            </a:r>
            <a:r>
              <a:rPr lang="en-US" altLang="zh-TW" sz="1600" dirty="0">
                <a:solidFill>
                  <a:srgbClr val="333333"/>
                </a:solidFill>
                <a:latin typeface="Noto Sans TC"/>
                <a:ea typeface="Noto Sans TC"/>
                <a:sym typeface="Microsoft JhengHei"/>
              </a:rPr>
              <a:t>30</a:t>
            </a:r>
            <a:r>
              <a:rPr lang="en-US" sz="1600" dirty="0">
                <a:solidFill>
                  <a:srgbClr val="333333"/>
                </a:solidFill>
                <a:latin typeface="Noto Sans TC"/>
                <a:ea typeface="Noto Sans TC"/>
                <a:sym typeface="Microsoft JhengHei"/>
              </a:rPr>
              <a:t>分鐘。</a:t>
            </a:r>
            <a:endParaRPr sz="1600" dirty="0">
              <a:solidFill>
                <a:srgbClr val="333333"/>
              </a:solidFill>
              <a:latin typeface="Noto Sans TC"/>
              <a:ea typeface="Noto Sans TC"/>
            </a:endParaRPr>
          </a:p>
        </p:txBody>
      </p:sp>
      <p:sp>
        <p:nvSpPr>
          <p:cNvPr id="12" name="Google Shape;142;p17">
            <a:extLst>
              <a:ext uri="{FF2B5EF4-FFF2-40B4-BE49-F238E27FC236}">
                <a16:creationId xmlns:a16="http://schemas.microsoft.com/office/drawing/2014/main" id="{91B2F4EA-03FC-4AD5-19DC-9CA40FF5F8D2}"/>
              </a:ext>
            </a:extLst>
          </p:cNvPr>
          <p:cNvSpPr txBox="1"/>
          <p:nvPr/>
        </p:nvSpPr>
        <p:spPr>
          <a:xfrm>
            <a:off x="6647032" y="2235353"/>
            <a:ext cx="4171950" cy="369332"/>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600" b="1" i="0" u="none" strike="noStrike" cap="none" dirty="0">
                <a:solidFill>
                  <a:srgbClr val="001A3D"/>
                </a:solidFill>
                <a:latin typeface="Noto Sans TC" panose="020B0200000000000000" pitchFamily="34" charset="-120"/>
                <a:ea typeface="Noto Sans TC" panose="020B0200000000000000" pitchFamily="34" charset="-120"/>
                <a:cs typeface="Microsoft JhengHei"/>
                <a:sym typeface="Microsoft JhengHei"/>
              </a:rPr>
              <a:t>Log Agent：</a:t>
            </a:r>
            <a:endParaRPr sz="1600" dirty="0">
              <a:latin typeface="Noto Sans TC" panose="020B0200000000000000" pitchFamily="34" charset="-120"/>
              <a:ea typeface="Noto Sans TC" panose="020B0200000000000000" pitchFamily="34" charset="-120"/>
            </a:endParaRPr>
          </a:p>
        </p:txBody>
      </p:sp>
      <p:sp>
        <p:nvSpPr>
          <p:cNvPr id="13" name="Google Shape;143;p17">
            <a:extLst>
              <a:ext uri="{FF2B5EF4-FFF2-40B4-BE49-F238E27FC236}">
                <a16:creationId xmlns:a16="http://schemas.microsoft.com/office/drawing/2014/main" id="{A19A0F0C-4EEC-A5D7-1ABE-32F4A16CB693}"/>
              </a:ext>
            </a:extLst>
          </p:cNvPr>
          <p:cNvSpPr txBox="1"/>
          <p:nvPr/>
        </p:nvSpPr>
        <p:spPr>
          <a:xfrm>
            <a:off x="6672973" y="3188156"/>
            <a:ext cx="4171950" cy="369332"/>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600" b="1" i="0" u="none" strike="noStrike" cap="none" dirty="0">
                <a:solidFill>
                  <a:srgbClr val="001A3D"/>
                </a:solidFill>
                <a:latin typeface="Noto Sans TC" panose="020B0200000000000000" pitchFamily="34" charset="-120"/>
                <a:ea typeface="Noto Sans TC" panose="020B0200000000000000" pitchFamily="34" charset="-120"/>
                <a:cs typeface="Microsoft JhengHei"/>
                <a:sym typeface="Microsoft JhengHei"/>
              </a:rPr>
              <a:t>Diagnosis Agent：</a:t>
            </a:r>
            <a:endParaRPr sz="1600" dirty="0">
              <a:latin typeface="Noto Sans TC" panose="020B0200000000000000" pitchFamily="34" charset="-120"/>
              <a:ea typeface="Noto Sans TC" panose="020B0200000000000000" pitchFamily="34" charset="-120"/>
            </a:endParaRPr>
          </a:p>
        </p:txBody>
      </p:sp>
      <p:sp>
        <p:nvSpPr>
          <p:cNvPr id="14" name="Google Shape;144;p17">
            <a:extLst>
              <a:ext uri="{FF2B5EF4-FFF2-40B4-BE49-F238E27FC236}">
                <a16:creationId xmlns:a16="http://schemas.microsoft.com/office/drawing/2014/main" id="{734C8E95-0052-4313-A774-0B6866A81ED5}"/>
              </a:ext>
            </a:extLst>
          </p:cNvPr>
          <p:cNvSpPr txBox="1"/>
          <p:nvPr/>
        </p:nvSpPr>
        <p:spPr>
          <a:xfrm>
            <a:off x="6672973" y="4142390"/>
            <a:ext cx="4171950" cy="369332"/>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600" b="1" i="0" u="none" strike="noStrike" cap="none" dirty="0" err="1">
                <a:solidFill>
                  <a:srgbClr val="001A3D"/>
                </a:solidFill>
                <a:latin typeface="Noto Sans TC" panose="020B0200000000000000" pitchFamily="34" charset="-120"/>
                <a:ea typeface="Noto Sans TC" panose="020B0200000000000000" pitchFamily="34" charset="-120"/>
                <a:cs typeface="Microsoft JhengHei"/>
                <a:sym typeface="Microsoft JhengHei"/>
              </a:rPr>
              <a:t>督導</a:t>
            </a:r>
            <a:r>
              <a:rPr lang="en-US" sz="1600" b="1" i="0" u="none" strike="noStrike" cap="none" dirty="0">
                <a:solidFill>
                  <a:srgbClr val="001A3D"/>
                </a:solidFill>
                <a:latin typeface="Noto Sans TC" panose="020B0200000000000000" pitchFamily="34" charset="-120"/>
                <a:ea typeface="Noto Sans TC" panose="020B0200000000000000" pitchFamily="34" charset="-120"/>
                <a:cs typeface="Microsoft JhengHei"/>
                <a:sym typeface="Microsoft JhengHei"/>
              </a:rPr>
              <a:t> Agent (Supervisor)：</a:t>
            </a:r>
            <a:endParaRPr sz="1600" dirty="0">
              <a:latin typeface="Noto Sans TC" panose="020B0200000000000000" pitchFamily="34" charset="-120"/>
              <a:ea typeface="Noto Sans TC" panose="020B0200000000000000" pitchFamily="34" charset="-120"/>
            </a:endParaRPr>
          </a:p>
        </p:txBody>
      </p:sp>
      <p:sp>
        <p:nvSpPr>
          <p:cNvPr id="15" name="Google Shape;145;p17">
            <a:extLst>
              <a:ext uri="{FF2B5EF4-FFF2-40B4-BE49-F238E27FC236}">
                <a16:creationId xmlns:a16="http://schemas.microsoft.com/office/drawing/2014/main" id="{5586E57B-7C24-9F07-FA01-54427C131DC8}"/>
              </a:ext>
            </a:extLst>
          </p:cNvPr>
          <p:cNvSpPr txBox="1"/>
          <p:nvPr/>
        </p:nvSpPr>
        <p:spPr>
          <a:xfrm>
            <a:off x="6647032" y="2614805"/>
            <a:ext cx="4935368" cy="369332"/>
          </a:xfrm>
          <a:prstGeom prst="rect">
            <a:avLst/>
          </a:prstGeom>
          <a:noFill/>
          <a:ln>
            <a:noFill/>
          </a:ln>
        </p:spPr>
        <p:txBody>
          <a:bodyPr spcFirstLastPara="1" wrap="square" lIns="0" tIns="0" rIns="0" bIns="0" anchor="t" anchorCtr="0">
            <a:spAutoFit/>
          </a:bodyPr>
          <a:lstStyle/>
          <a:p>
            <a:pPr>
              <a:lnSpc>
                <a:spcPct val="160000"/>
              </a:lnSpc>
              <a:spcBef>
                <a:spcPts val="0"/>
              </a:spcBef>
              <a:spcAft>
                <a:spcPts val="0"/>
              </a:spcAft>
            </a:pPr>
            <a:r>
              <a:rPr lang="en-US" sz="1500" b="0" dirty="0" err="1">
                <a:solidFill>
                  <a:srgbClr val="333333"/>
                </a:solidFill>
                <a:latin typeface="Noto Sans TC" panose="020B0200000000000000" pitchFamily="34" charset="-120"/>
                <a:ea typeface="Noto Sans TC" panose="020B0200000000000000" pitchFamily="34" charset="-120"/>
                <a:sym typeface="Microsoft JhengHei"/>
              </a:rPr>
              <a:t>負責從</a:t>
            </a:r>
            <a:r>
              <a:rPr lang="en-US" sz="1500" b="0" dirty="0">
                <a:solidFill>
                  <a:srgbClr val="333333"/>
                </a:solidFill>
                <a:latin typeface="Noto Sans TC" panose="020B0200000000000000" pitchFamily="34" charset="-120"/>
                <a:ea typeface="Noto Sans TC" panose="020B0200000000000000" pitchFamily="34" charset="-120"/>
                <a:sym typeface="Microsoft JhengHei"/>
              </a:rPr>
              <a:t> ELK/Splunk </a:t>
            </a:r>
            <a:r>
              <a:rPr lang="en-US" sz="1500" b="0" dirty="0" err="1">
                <a:solidFill>
                  <a:srgbClr val="333333"/>
                </a:solidFill>
                <a:latin typeface="Noto Sans TC" panose="020B0200000000000000" pitchFamily="34" charset="-120"/>
                <a:ea typeface="Noto Sans TC" panose="020B0200000000000000" pitchFamily="34" charset="-120"/>
                <a:sym typeface="Microsoft JhengHei"/>
              </a:rPr>
              <a:t>實時擷取日誌並摘要關鍵錯誤訊息</a:t>
            </a:r>
            <a:r>
              <a:rPr lang="en-US" sz="1500" b="0" dirty="0">
                <a:solidFill>
                  <a:srgbClr val="333333"/>
                </a:solidFill>
                <a:latin typeface="Noto Sans TC" panose="020B0200000000000000" pitchFamily="34" charset="-120"/>
                <a:ea typeface="Noto Sans TC" panose="020B0200000000000000" pitchFamily="34" charset="-120"/>
                <a:sym typeface="Microsoft JhengHei"/>
              </a:rPr>
              <a:t>。</a:t>
            </a:r>
            <a:endParaRPr sz="1500" b="0" dirty="0">
              <a:solidFill>
                <a:srgbClr val="333333"/>
              </a:solidFill>
              <a:latin typeface="Noto Sans TC" panose="020B0200000000000000" pitchFamily="34" charset="-120"/>
              <a:ea typeface="Noto Sans TC" panose="020B0200000000000000" pitchFamily="34" charset="-120"/>
            </a:endParaRPr>
          </a:p>
        </p:txBody>
      </p:sp>
      <p:sp>
        <p:nvSpPr>
          <p:cNvPr id="16" name="Google Shape;146;p17">
            <a:extLst>
              <a:ext uri="{FF2B5EF4-FFF2-40B4-BE49-F238E27FC236}">
                <a16:creationId xmlns:a16="http://schemas.microsoft.com/office/drawing/2014/main" id="{7D13200F-729B-133E-8A69-808AFDB6D67E}"/>
              </a:ext>
            </a:extLst>
          </p:cNvPr>
          <p:cNvSpPr txBox="1"/>
          <p:nvPr/>
        </p:nvSpPr>
        <p:spPr>
          <a:xfrm>
            <a:off x="6647032" y="3558835"/>
            <a:ext cx="4662993" cy="346249"/>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0" dirty="0" err="1">
                <a:solidFill>
                  <a:srgbClr val="333333"/>
                </a:solidFill>
                <a:latin typeface="Noto Sans TC" panose="020B0200000000000000" pitchFamily="34" charset="-120"/>
                <a:ea typeface="Noto Sans TC" panose="020B0200000000000000" pitchFamily="34" charset="-120"/>
                <a:sym typeface="Microsoft JhengHei"/>
              </a:rPr>
              <a:t>負責調閱維運</a:t>
            </a:r>
            <a:r>
              <a:rPr lang="en-US" sz="1500" b="0" dirty="0">
                <a:solidFill>
                  <a:srgbClr val="333333"/>
                </a:solidFill>
                <a:latin typeface="Noto Sans TC" panose="020B0200000000000000" pitchFamily="34" charset="-120"/>
                <a:ea typeface="Noto Sans TC" panose="020B0200000000000000" pitchFamily="34" charset="-120"/>
                <a:sym typeface="Microsoft JhengHei"/>
              </a:rPr>
              <a:t> </a:t>
            </a:r>
            <a:r>
              <a:rPr lang="en-US" sz="1500" b="0" dirty="0" err="1">
                <a:solidFill>
                  <a:srgbClr val="333333"/>
                </a:solidFill>
                <a:latin typeface="Noto Sans TC" panose="020B0200000000000000" pitchFamily="34" charset="-120"/>
                <a:ea typeface="Noto Sans TC" panose="020B0200000000000000" pitchFamily="34" charset="-120"/>
                <a:sym typeface="Microsoft JhengHei"/>
              </a:rPr>
              <a:t>Wiki、SOP</a:t>
            </a:r>
            <a:r>
              <a:rPr lang="en-US" sz="1500" b="0" dirty="0">
                <a:solidFill>
                  <a:srgbClr val="333333"/>
                </a:solidFill>
                <a:latin typeface="Noto Sans TC" panose="020B0200000000000000" pitchFamily="34" charset="-120"/>
                <a:ea typeface="Noto Sans TC" panose="020B0200000000000000" pitchFamily="34" charset="-120"/>
                <a:sym typeface="Microsoft JhengHei"/>
              </a:rPr>
              <a:t> </a:t>
            </a:r>
            <a:r>
              <a:rPr lang="en-US" sz="1500" b="0" dirty="0" err="1">
                <a:solidFill>
                  <a:srgbClr val="333333"/>
                </a:solidFill>
                <a:latin typeface="Noto Sans TC" panose="020B0200000000000000" pitchFamily="34" charset="-120"/>
                <a:ea typeface="Noto Sans TC" panose="020B0200000000000000" pitchFamily="34" charset="-120"/>
                <a:sym typeface="Microsoft JhengHei"/>
              </a:rPr>
              <a:t>手冊與歷史故障處理紀錄</a:t>
            </a:r>
            <a:r>
              <a:rPr lang="en-US" sz="1500" b="0" dirty="0">
                <a:solidFill>
                  <a:srgbClr val="333333"/>
                </a:solidFill>
                <a:latin typeface="Noto Sans TC" panose="020B0200000000000000" pitchFamily="34" charset="-120"/>
                <a:ea typeface="Noto Sans TC" panose="020B0200000000000000" pitchFamily="34" charset="-120"/>
                <a:sym typeface="Microsoft JhengHei"/>
              </a:rPr>
              <a:t>。</a:t>
            </a:r>
            <a:endParaRPr sz="1500" b="0" dirty="0">
              <a:solidFill>
                <a:srgbClr val="333333"/>
              </a:solidFill>
              <a:latin typeface="Noto Sans TC" panose="020B0200000000000000" pitchFamily="34" charset="-120"/>
              <a:ea typeface="Noto Sans TC" panose="020B0200000000000000" pitchFamily="34" charset="-120"/>
            </a:endParaRPr>
          </a:p>
        </p:txBody>
      </p:sp>
      <p:sp>
        <p:nvSpPr>
          <p:cNvPr id="17" name="Google Shape;147;p17">
            <a:extLst>
              <a:ext uri="{FF2B5EF4-FFF2-40B4-BE49-F238E27FC236}">
                <a16:creationId xmlns:a16="http://schemas.microsoft.com/office/drawing/2014/main" id="{4F13392E-1EEA-D0FB-E740-39E8AEE84EB3}"/>
              </a:ext>
            </a:extLst>
          </p:cNvPr>
          <p:cNvSpPr txBox="1"/>
          <p:nvPr/>
        </p:nvSpPr>
        <p:spPr>
          <a:xfrm>
            <a:off x="6672973" y="4511525"/>
            <a:ext cx="4734633" cy="692497"/>
          </a:xfrm>
          <a:prstGeom prst="rect">
            <a:avLst/>
          </a:prstGeom>
          <a:noFill/>
          <a:ln>
            <a:noFill/>
          </a:ln>
        </p:spPr>
        <p:txBody>
          <a:bodyPr spcFirstLastPara="1" wrap="square" lIns="0" tIns="0" rIns="0" bIns="0" anchor="t" anchorCtr="0">
            <a:spAutoFit/>
          </a:bodyPr>
          <a:lstStyle/>
          <a:p>
            <a:pPr>
              <a:lnSpc>
                <a:spcPct val="150000"/>
              </a:lnSpc>
              <a:spcBef>
                <a:spcPts val="0"/>
              </a:spcBef>
              <a:spcAft>
                <a:spcPts val="0"/>
              </a:spcAft>
            </a:pPr>
            <a:r>
              <a:rPr lang="en-US" sz="1500" b="0" dirty="0" err="1">
                <a:solidFill>
                  <a:srgbClr val="333333"/>
                </a:solidFill>
                <a:latin typeface="Noto Sans TC" panose="020B0200000000000000" pitchFamily="34" charset="-120"/>
                <a:ea typeface="Noto Sans TC" panose="020B0200000000000000" pitchFamily="34" charset="-120"/>
                <a:sym typeface="Microsoft JhengHei"/>
              </a:rPr>
              <a:t>給出診斷</a:t>
            </a:r>
            <a:r>
              <a:rPr lang="en-US" sz="1500" b="0" dirty="0">
                <a:solidFill>
                  <a:srgbClr val="333333"/>
                </a:solidFill>
                <a:latin typeface="Noto Sans TC" panose="020B0200000000000000" pitchFamily="34" charset="-120"/>
                <a:ea typeface="Noto Sans TC" panose="020B0200000000000000" pitchFamily="34" charset="-120"/>
                <a:sym typeface="Microsoft JhengHei"/>
              </a:rPr>
              <a:t>：「</a:t>
            </a:r>
            <a:r>
              <a:rPr lang="en-US" sz="1500" b="0" dirty="0" err="1">
                <a:solidFill>
                  <a:srgbClr val="333333"/>
                </a:solidFill>
                <a:latin typeface="Noto Sans TC" panose="020B0200000000000000" pitchFamily="34" charset="-120"/>
                <a:ea typeface="Noto Sans TC" panose="020B0200000000000000" pitchFamily="34" charset="-120"/>
                <a:sym typeface="Microsoft JhengHei"/>
              </a:rPr>
              <a:t>偵測到</a:t>
            </a:r>
            <a:r>
              <a:rPr lang="en-US" sz="1500" b="0" dirty="0">
                <a:solidFill>
                  <a:srgbClr val="333333"/>
                </a:solidFill>
                <a:latin typeface="Noto Sans TC" panose="020B0200000000000000" pitchFamily="34" charset="-120"/>
                <a:ea typeface="Noto Sans TC" panose="020B0200000000000000" pitchFamily="34" charset="-120"/>
                <a:sym typeface="Microsoft JhengHei"/>
              </a:rPr>
              <a:t> HTTP 500 </a:t>
            </a:r>
            <a:r>
              <a:rPr lang="en-US" sz="1500" b="0" dirty="0" err="1">
                <a:solidFill>
                  <a:srgbClr val="333333"/>
                </a:solidFill>
                <a:latin typeface="Noto Sans TC" panose="020B0200000000000000" pitchFamily="34" charset="-120"/>
                <a:ea typeface="Noto Sans TC" panose="020B0200000000000000" pitchFamily="34" charset="-120"/>
                <a:sym typeface="Microsoft JhengHei"/>
              </a:rPr>
              <a:t>錯誤，與</a:t>
            </a:r>
            <a:r>
              <a:rPr lang="en-US" sz="1500" b="0" dirty="0">
                <a:solidFill>
                  <a:srgbClr val="333333"/>
                </a:solidFill>
                <a:latin typeface="Noto Sans TC" panose="020B0200000000000000" pitchFamily="34" charset="-120"/>
                <a:ea typeface="Noto Sans TC" panose="020B0200000000000000" pitchFamily="34" charset="-120"/>
                <a:sym typeface="Microsoft JhengHei"/>
              </a:rPr>
              <a:t> 2023/10 </a:t>
            </a:r>
            <a:r>
              <a:rPr lang="en-US" sz="1500" b="0" dirty="0" err="1">
                <a:solidFill>
                  <a:srgbClr val="333333"/>
                </a:solidFill>
                <a:latin typeface="Noto Sans TC" panose="020B0200000000000000" pitchFamily="34" charset="-120"/>
                <a:ea typeface="Noto Sans TC" panose="020B0200000000000000" pitchFamily="34" charset="-120"/>
                <a:sym typeface="Microsoft JhengHei"/>
              </a:rPr>
              <a:t>發生過的連線超時事件吻合度</a:t>
            </a:r>
            <a:r>
              <a:rPr lang="en-US" sz="1500" b="0" dirty="0">
                <a:solidFill>
                  <a:srgbClr val="333333"/>
                </a:solidFill>
                <a:latin typeface="Noto Sans TC" panose="020B0200000000000000" pitchFamily="34" charset="-120"/>
                <a:ea typeface="Noto Sans TC" panose="020B0200000000000000" pitchFamily="34" charset="-120"/>
                <a:sym typeface="Microsoft JhengHei"/>
              </a:rPr>
              <a:t> 95%」。</a:t>
            </a:r>
            <a:endParaRPr sz="1500" b="0" dirty="0">
              <a:solidFill>
                <a:srgbClr val="333333"/>
              </a:solidFill>
              <a:latin typeface="Noto Sans TC" panose="020B0200000000000000" pitchFamily="34" charset="-120"/>
              <a:ea typeface="Noto Sans TC" panose="020B0200000000000000" pitchFamily="34" charset="-120"/>
            </a:endParaRPr>
          </a:p>
        </p:txBody>
      </p:sp>
      <p:sp>
        <p:nvSpPr>
          <p:cNvPr id="19" name="Google Shape;230;p20">
            <a:extLst>
              <a:ext uri="{FF2B5EF4-FFF2-40B4-BE49-F238E27FC236}">
                <a16:creationId xmlns:a16="http://schemas.microsoft.com/office/drawing/2014/main" id="{CD1F2D60-B712-16B2-92D1-D25BB5707FC1}"/>
              </a:ext>
            </a:extLst>
          </p:cNvPr>
          <p:cNvSpPr txBox="1"/>
          <p:nvPr/>
        </p:nvSpPr>
        <p:spPr>
          <a:xfrm>
            <a:off x="6361282" y="2334388"/>
            <a:ext cx="190500" cy="30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0" i="0" u="none" strike="noStrike" cap="none" dirty="0">
                <a:solidFill>
                  <a:srgbClr val="333333"/>
                </a:solidFill>
                <a:latin typeface="Noto Sans TC"/>
                <a:ea typeface="Noto Sans TC"/>
                <a:cs typeface="Noto Sans TC"/>
                <a:sym typeface="Noto Sans TC"/>
              </a:rPr>
              <a:t>•</a:t>
            </a:r>
            <a:endParaRPr dirty="0"/>
          </a:p>
        </p:txBody>
      </p:sp>
      <p:sp>
        <p:nvSpPr>
          <p:cNvPr id="20" name="Google Shape;230;p20">
            <a:extLst>
              <a:ext uri="{FF2B5EF4-FFF2-40B4-BE49-F238E27FC236}">
                <a16:creationId xmlns:a16="http://schemas.microsoft.com/office/drawing/2014/main" id="{4EEDDC48-DD39-F5BC-DA87-10765C5BFB95}"/>
              </a:ext>
            </a:extLst>
          </p:cNvPr>
          <p:cNvSpPr txBox="1"/>
          <p:nvPr/>
        </p:nvSpPr>
        <p:spPr>
          <a:xfrm>
            <a:off x="6361282" y="3253345"/>
            <a:ext cx="190500" cy="30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0" i="0" u="none" strike="noStrike" cap="none" dirty="0">
                <a:solidFill>
                  <a:srgbClr val="333333"/>
                </a:solidFill>
                <a:latin typeface="Noto Sans TC"/>
                <a:ea typeface="Noto Sans TC"/>
                <a:cs typeface="Noto Sans TC"/>
                <a:sym typeface="Noto Sans TC"/>
              </a:rPr>
              <a:t>•</a:t>
            </a:r>
            <a:endParaRPr dirty="0"/>
          </a:p>
        </p:txBody>
      </p:sp>
      <p:sp>
        <p:nvSpPr>
          <p:cNvPr id="21" name="Google Shape;230;p20">
            <a:extLst>
              <a:ext uri="{FF2B5EF4-FFF2-40B4-BE49-F238E27FC236}">
                <a16:creationId xmlns:a16="http://schemas.microsoft.com/office/drawing/2014/main" id="{1D6E184D-9066-3D5D-E10F-1579137EF3E8}"/>
              </a:ext>
            </a:extLst>
          </p:cNvPr>
          <p:cNvSpPr txBox="1"/>
          <p:nvPr/>
        </p:nvSpPr>
        <p:spPr>
          <a:xfrm>
            <a:off x="6361282" y="4206725"/>
            <a:ext cx="190500" cy="30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0" i="0" u="none" strike="noStrike" cap="none" dirty="0">
                <a:solidFill>
                  <a:srgbClr val="333333"/>
                </a:solidFill>
                <a:latin typeface="Noto Sans TC"/>
                <a:ea typeface="Noto Sans TC"/>
                <a:cs typeface="Noto Sans TC"/>
                <a:sym typeface="Noto Sans TC"/>
              </a:rPr>
              <a:t>•</a:t>
            </a:r>
            <a:endParaRPr dirty="0"/>
          </a:p>
        </p:txBody>
      </p:sp>
      <p:sp>
        <p:nvSpPr>
          <p:cNvPr id="23" name="矩形: 圓角 22">
            <a:extLst>
              <a:ext uri="{FF2B5EF4-FFF2-40B4-BE49-F238E27FC236}">
                <a16:creationId xmlns:a16="http://schemas.microsoft.com/office/drawing/2014/main" id="{E75D2C93-647B-CB74-353D-54640CDA7E24}"/>
              </a:ext>
            </a:extLst>
          </p:cNvPr>
          <p:cNvSpPr/>
          <p:nvPr/>
        </p:nvSpPr>
        <p:spPr bwMode="auto">
          <a:xfrm>
            <a:off x="568592" y="2449169"/>
            <a:ext cx="5341704" cy="983869"/>
          </a:xfrm>
          <a:prstGeom prst="roundRect">
            <a:avLst/>
          </a:prstGeom>
          <a:noFill/>
          <a:ln w="28575" cap="flat" cmpd="sng" algn="ctr">
            <a:solidFill>
              <a:schemeClr val="tx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TW" altLang="en-US" sz="4000" b="1" i="0" u="none" strike="noStrike" cap="none" normalizeH="0" baseline="0">
              <a:ln>
                <a:solidFill>
                  <a:srgbClr val="0070C0"/>
                </a:solidFill>
              </a:ln>
              <a:solidFill>
                <a:schemeClr val="tx1"/>
              </a:solidFill>
              <a:effectLst/>
              <a:latin typeface="Arial" charset="0"/>
              <a:ea typeface="华文楷体" pitchFamily="2" charset="-122"/>
            </a:endParaRPr>
          </a:p>
        </p:txBody>
      </p:sp>
      <p:pic>
        <p:nvPicPr>
          <p:cNvPr id="24" name="Google Shape;173;p20" descr="image.png">
            <a:extLst>
              <a:ext uri="{FF2B5EF4-FFF2-40B4-BE49-F238E27FC236}">
                <a16:creationId xmlns:a16="http://schemas.microsoft.com/office/drawing/2014/main" id="{1DC67A9F-36B5-B587-A982-3968B1485253}"/>
              </a:ext>
            </a:extLst>
          </p:cNvPr>
          <p:cNvPicPr preferRelativeResize="0"/>
          <p:nvPr/>
        </p:nvPicPr>
        <p:blipFill rotWithShape="1">
          <a:blip r:embed="rId4">
            <a:alphaModFix/>
          </a:blip>
          <a:srcRect/>
          <a:stretch/>
        </p:blipFill>
        <p:spPr>
          <a:xfrm>
            <a:off x="568592" y="1625173"/>
            <a:ext cx="596626" cy="622580"/>
          </a:xfrm>
          <a:prstGeom prst="rect">
            <a:avLst/>
          </a:prstGeom>
          <a:noFill/>
          <a:ln>
            <a:noFill/>
          </a:ln>
        </p:spPr>
      </p:pic>
      <p:pic>
        <p:nvPicPr>
          <p:cNvPr id="25" name="Google Shape;180;p20" descr="image.png">
            <a:extLst>
              <a:ext uri="{FF2B5EF4-FFF2-40B4-BE49-F238E27FC236}">
                <a16:creationId xmlns:a16="http://schemas.microsoft.com/office/drawing/2014/main" id="{7FD6FD76-E4ED-BA9D-FA0A-2C79961B10B3}"/>
              </a:ext>
            </a:extLst>
          </p:cNvPr>
          <p:cNvPicPr preferRelativeResize="0"/>
          <p:nvPr/>
        </p:nvPicPr>
        <p:blipFill rotWithShape="1">
          <a:blip r:embed="rId5">
            <a:alphaModFix/>
          </a:blip>
          <a:srcRect/>
          <a:stretch/>
        </p:blipFill>
        <p:spPr>
          <a:xfrm>
            <a:off x="759006" y="1785121"/>
            <a:ext cx="237083" cy="304800"/>
          </a:xfrm>
          <a:prstGeom prst="rect">
            <a:avLst/>
          </a:prstGeom>
          <a:noFill/>
          <a:ln>
            <a:noFill/>
          </a:ln>
        </p:spPr>
      </p:pic>
    </p:spTree>
    <p:extLst>
      <p:ext uri="{BB962C8B-B14F-4D97-AF65-F5344CB8AC3E}">
        <p14:creationId xmlns:p14="http://schemas.microsoft.com/office/powerpoint/2010/main" val="3655853453"/>
      </p:ext>
    </p:extLst>
  </p:cSld>
  <p:clrMapOvr>
    <a:masterClrMapping/>
  </p:clrMapOvr>
  <p:transition spd="med"/>
</p:sld>
</file>

<file path=ppt/tags/tag1.xml><?xml version="1.0" encoding="utf-8"?>
<p:tagLst xmlns:a="http://schemas.openxmlformats.org/drawingml/2006/main" xmlns:r="http://schemas.openxmlformats.org/officeDocument/2006/relationships" xmlns:p="http://schemas.openxmlformats.org/presentationml/2006/main">
  <p:tag name="THINKCELLPRESENTATIONDONOTDELETE" val="&lt;?xml version=&quot;1.0&quot; encoding=&quot;UTF-16&quot; standalone=&quot;yes&quot;?&gt;&#10;&lt;root&gt;&lt;version val=&quot;14478&quot;/&gt;&lt;partner val=&quot;536&quot;/&gt;&lt;CPresentation id=&quot;1&quot;&gt;&lt;m_defprecNumber idref=&quot;2&quot;/&gt;&lt;m_defprecPercent idref=&quot;3&quot;/&gt;&lt;m_defprecDate idref=&quot;4&quot;/&gt;&lt;m_defprecYear idref=&quot;5&quot;/&gt;&lt;m_defprecQuarter idref=&quot;6&quot;/&gt;&lt;m_defprecMonth idref=&quot;7&quot;/&gt;&lt;m_defprecWeek idref=&quot;8&quot;/&gt;&lt;m_defprecDay idref=&quot;9&quot;/&gt;&lt;/CPresentation&gt;&lt;CDefaultPrec id=&quot;9&quot;&gt;&lt;m_precDefault/&gt;&lt;/CDefaultPrec&gt;&lt;CDefaultPrec id=&quot;8&quot;&gt;&lt;m_precDefault/&gt;&lt;/CDefaultPrec&gt;&lt;CDefaultPrec id=&quot;7&quot;&gt;&lt;m_precDefault/&gt;&lt;/CDefaultPrec&gt;&lt;CDefaultPrec id=&quot;6&quot;&gt;&lt;m_precDefault/&gt;&lt;/CDefaultPrec&gt;&lt;CDefaultPrec id=&quot;5&quot;&gt;&lt;m_precDefault/&gt;&lt;/CDefaultPrec&gt;&lt;CDefaultPrec id=&quot;4&quot;&gt;&lt;m_precDefault/&gt;&lt;/CDefaultPrec&gt;&lt;CDefaultPrec id=&quot;3&quot;&gt;&lt;m_precDefault/&gt;&lt;/CDefaultPrec&gt;&lt;CDefaultPrec id=&quot;2&quot;&gt;&lt;m_precDefault&gt;&lt;m_chDecimalSymbol val=&quot;.&quot;&gt;.&lt;/m_chDecimalSymbol&gt;&lt;m_nGroupingDigits val=&quot;3&quot;/&gt;&lt;m_chGroupingSymbol val=&quot;,&quot;&gt;,&lt;/m_chGroupingSymbol&gt;&lt;/m_precDefault&gt;&lt;/CDefaultPrec&gt;&lt;/root&gt;"/>
  <p:tag name="THINKCELLUNDODONOTDELETE" val="1474"/>
</p:tagLst>
</file>

<file path=ppt/tags/tag2.xml><?xml version="1.0" encoding="utf-8"?>
<p:tagLst xmlns:a="http://schemas.openxmlformats.org/drawingml/2006/main" xmlns:r="http://schemas.openxmlformats.org/officeDocument/2006/relationships" xmlns:p="http://schemas.openxmlformats.org/presentationml/2006/main">
  <p:tag name="NAME" val="McK Disclaimer"/>
  <p:tag name="RESIZE" val="Yes"/>
  <p:tag name="LLEFT" val=" 210.125"/>
  <p:tag name="LTOP" val=" 469.875"/>
</p:tagLst>
</file>

<file path=ppt/theme/theme1.xml><?xml version="1.0" encoding="utf-8"?>
<a:theme xmlns:a="http://schemas.openxmlformats.org/drawingml/2006/main" name="Universal Templat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Universal Template">
      <a:majorFont>
        <a:latin typeface="Arial"/>
        <a:ea typeface=""/>
        <a:cs typeface=""/>
      </a:majorFont>
      <a:minorFont>
        <a:latin typeface="Times New Roman"/>
        <a:ea typeface="標楷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4000" b="1" i="0" u="none" strike="noStrike" cap="none" normalizeH="0" baseline="0" smtClean="0">
            <a:ln>
              <a:noFill/>
            </a:ln>
            <a:solidFill>
              <a:schemeClr val="tx1"/>
            </a:solidFill>
            <a:effectLst/>
            <a:latin typeface="Arial" charset="0"/>
            <a:ea typeface="华文楷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4000" b="1" i="0" u="none" strike="noStrike" cap="none" normalizeH="0" baseline="0" smtClean="0">
            <a:ln>
              <a:noFill/>
            </a:ln>
            <a:solidFill>
              <a:schemeClr val="tx1"/>
            </a:solidFill>
            <a:effectLst/>
            <a:latin typeface="Arial" charset="0"/>
            <a:ea typeface="华文楷体" pitchFamily="2" charset="-122"/>
          </a:defRPr>
        </a:defPPr>
      </a:lstStyle>
    </a:lnDef>
  </a:objectDefaults>
  <a:extraClrSchemeLst>
    <a:extraClrScheme>
      <a:clrScheme name="Universal Template 1">
        <a:dk1>
          <a:srgbClr val="000000"/>
        </a:dk1>
        <a:lt1>
          <a:srgbClr val="FFFFFF"/>
        </a:lt1>
        <a:dk2>
          <a:srgbClr val="000000"/>
        </a:dk2>
        <a:lt2>
          <a:srgbClr val="FFFFFF"/>
        </a:lt2>
        <a:accent1>
          <a:srgbClr val="FFFFFF"/>
        </a:accent1>
        <a:accent2>
          <a:srgbClr val="D0D0D0"/>
        </a:accent2>
        <a:accent3>
          <a:srgbClr val="FFFFFF"/>
        </a:accent3>
        <a:accent4>
          <a:srgbClr val="000000"/>
        </a:accent4>
        <a:accent5>
          <a:srgbClr val="FFFFFF"/>
        </a:accent5>
        <a:accent6>
          <a:srgbClr val="BCBCBC"/>
        </a:accent6>
        <a:hlink>
          <a:srgbClr val="909090"/>
        </a:hlink>
        <a:folHlink>
          <a:srgbClr val="606060"/>
        </a:folHlink>
      </a:clrScheme>
      <a:clrMap bg1="lt1" tx1="dk1" bg2="lt2" tx2="dk2" accent1="accent1" accent2="accent2" accent3="accent3" accent4="accent4" accent5="accent5" accent6="accent6" hlink="hlink" folHlink="folHlink"/>
    </a:extraClrScheme>
    <a:extraClrScheme>
      <a:clrScheme name="Universal Template 2">
        <a:dk1>
          <a:srgbClr val="000000"/>
        </a:dk1>
        <a:lt1>
          <a:srgbClr val="FFFFFF"/>
        </a:lt1>
        <a:dk2>
          <a:srgbClr val="002960"/>
        </a:dk2>
        <a:lt2>
          <a:srgbClr val="FFFFFF"/>
        </a:lt2>
        <a:accent1>
          <a:srgbClr val="C7E0FB"/>
        </a:accent1>
        <a:accent2>
          <a:srgbClr val="91B0FF"/>
        </a:accent2>
        <a:accent3>
          <a:srgbClr val="FFFFFF"/>
        </a:accent3>
        <a:accent4>
          <a:srgbClr val="000000"/>
        </a:accent4>
        <a:accent5>
          <a:srgbClr val="E0EDFD"/>
        </a:accent5>
        <a:accent6>
          <a:srgbClr val="839FE7"/>
        </a:accent6>
        <a:hlink>
          <a:srgbClr val="0066CC"/>
        </a:hlink>
        <a:folHlink>
          <a:srgbClr val="002960"/>
        </a:folHlink>
      </a:clrScheme>
      <a:clrMap bg1="lt1" tx1="dk1" bg2="lt2" tx2="dk2" accent1="accent1" accent2="accent2" accent3="accent3" accent4="accent4" accent5="accent5" accent6="accent6" hlink="hlink" folHlink="folHlink"/>
    </a:extraClrScheme>
    <a:extraClrScheme>
      <a:clrScheme name="Universal Template 3">
        <a:dk1>
          <a:srgbClr val="002960"/>
        </a:dk1>
        <a:lt1>
          <a:srgbClr val="FFFFFF"/>
        </a:lt1>
        <a:dk2>
          <a:srgbClr val="002960"/>
        </a:dk2>
        <a:lt2>
          <a:srgbClr val="FFBE3D"/>
        </a:lt2>
        <a:accent1>
          <a:srgbClr val="0066CC"/>
        </a:accent1>
        <a:accent2>
          <a:srgbClr val="5F8DFF"/>
        </a:accent2>
        <a:accent3>
          <a:srgbClr val="AAACB6"/>
        </a:accent3>
        <a:accent4>
          <a:srgbClr val="DADADA"/>
        </a:accent4>
        <a:accent5>
          <a:srgbClr val="AAB8E2"/>
        </a:accent5>
        <a:accent6>
          <a:srgbClr val="557FE7"/>
        </a:accent6>
        <a:hlink>
          <a:srgbClr val="96C5F8"/>
        </a:hlink>
        <a:folHlink>
          <a:srgbClr val="D8E9FC"/>
        </a:folHlink>
      </a:clrScheme>
      <a:clrMap bg1="dk2" tx1="lt1" bg2="dk1" tx2="lt2" accent1="accent1" accent2="accent2" accent3="accent3" accent4="accent4" accent5="accent5" accent6="accent6" hlink="hlink" folHlink="folHlink"/>
    </a:extraClrScheme>
    <a:extraClrScheme>
      <a:clrScheme name="Universal Template 4">
        <a:dk1>
          <a:srgbClr val="000000"/>
        </a:dk1>
        <a:lt1>
          <a:srgbClr val="FFFFFF"/>
        </a:lt1>
        <a:dk2>
          <a:srgbClr val="000000"/>
        </a:dk2>
        <a:lt2>
          <a:srgbClr val="FFBE3D"/>
        </a:lt2>
        <a:accent1>
          <a:srgbClr val="002960"/>
        </a:accent1>
        <a:accent2>
          <a:srgbClr val="0066CC"/>
        </a:accent2>
        <a:accent3>
          <a:srgbClr val="AAAAAA"/>
        </a:accent3>
        <a:accent4>
          <a:srgbClr val="DADADA"/>
        </a:accent4>
        <a:accent5>
          <a:srgbClr val="AAACB6"/>
        </a:accent5>
        <a:accent6>
          <a:srgbClr val="005CB9"/>
        </a:accent6>
        <a:hlink>
          <a:srgbClr val="91B0FF"/>
        </a:hlink>
        <a:folHlink>
          <a:srgbClr val="C7E0FB"/>
        </a:folHlink>
      </a:clrScheme>
      <a:clrMap bg1="dk2" tx1="lt1" bg2="dk1" tx2="lt2" accent1="accent1" accent2="accent2" accent3="accent3" accent4="accent4" accent5="accent5" accent6="accent6" hlink="hlink" folHlink="folHlink"/>
    </a:extraClrScheme>
    <a:extraClrScheme>
      <a:clrScheme name="Universal Template 5">
        <a:dk1>
          <a:srgbClr val="000000"/>
        </a:dk1>
        <a:lt1>
          <a:srgbClr val="FFFFFF"/>
        </a:lt1>
        <a:dk2>
          <a:srgbClr val="002960"/>
        </a:dk2>
        <a:lt2>
          <a:srgbClr val="FFFFFF"/>
        </a:lt2>
        <a:accent1>
          <a:srgbClr val="C7E0FB"/>
        </a:accent1>
        <a:accent2>
          <a:srgbClr val="FFCC66"/>
        </a:accent2>
        <a:accent3>
          <a:srgbClr val="FFFFFF"/>
        </a:accent3>
        <a:accent4>
          <a:srgbClr val="000000"/>
        </a:accent4>
        <a:accent5>
          <a:srgbClr val="E0EDFD"/>
        </a:accent5>
        <a:accent6>
          <a:srgbClr val="E7B95C"/>
        </a:accent6>
        <a:hlink>
          <a:srgbClr val="4F8636"/>
        </a:hlink>
        <a:folHlink>
          <a:srgbClr val="002960"/>
        </a:folHlink>
      </a:clrScheme>
      <a:clrMap bg1="lt1" tx1="dk1" bg2="lt2" tx2="dk2" accent1="accent1" accent2="accent2" accent3="accent3" accent4="accent4" accent5="accent5" accent6="accent6" hlink="hlink" folHlink="folHlink"/>
    </a:extraClrScheme>
    <a:extraClrScheme>
      <a:clrScheme name="Universal Template 6">
        <a:dk1>
          <a:srgbClr val="002960"/>
        </a:dk1>
        <a:lt1>
          <a:srgbClr val="FFFFFF"/>
        </a:lt1>
        <a:dk2>
          <a:srgbClr val="002960"/>
        </a:dk2>
        <a:lt2>
          <a:srgbClr val="FFBE3D"/>
        </a:lt2>
        <a:accent1>
          <a:srgbClr val="0066CC"/>
        </a:accent1>
        <a:accent2>
          <a:srgbClr val="4F8636"/>
        </a:accent2>
        <a:accent3>
          <a:srgbClr val="AAACB6"/>
        </a:accent3>
        <a:accent4>
          <a:srgbClr val="DADADA"/>
        </a:accent4>
        <a:accent5>
          <a:srgbClr val="AAB8E2"/>
        </a:accent5>
        <a:accent6>
          <a:srgbClr val="477930"/>
        </a:accent6>
        <a:hlink>
          <a:srgbClr val="FF9900"/>
        </a:hlink>
        <a:folHlink>
          <a:srgbClr val="FFBE3D"/>
        </a:folHlink>
      </a:clrScheme>
      <a:clrMap bg1="dk2" tx1="lt1" bg2="dk1" tx2="lt2" accent1="accent1" accent2="accent2" accent3="accent3" accent4="accent4" accent5="accent5" accent6="accent6" hlink="hlink" folHlink="folHlink"/>
    </a:extraClrScheme>
    <a:extraClrScheme>
      <a:clrScheme name="Universal Template 7">
        <a:dk1>
          <a:srgbClr val="000000"/>
        </a:dk1>
        <a:lt1>
          <a:srgbClr val="FFFFFF"/>
        </a:lt1>
        <a:dk2>
          <a:srgbClr val="000000"/>
        </a:dk2>
        <a:lt2>
          <a:srgbClr val="FFBE3D"/>
        </a:lt2>
        <a:accent1>
          <a:srgbClr val="0066CC"/>
        </a:accent1>
        <a:accent2>
          <a:srgbClr val="4F8636"/>
        </a:accent2>
        <a:accent3>
          <a:srgbClr val="AAAAAA"/>
        </a:accent3>
        <a:accent4>
          <a:srgbClr val="DADADA"/>
        </a:accent4>
        <a:accent5>
          <a:srgbClr val="AAB8E2"/>
        </a:accent5>
        <a:accent6>
          <a:srgbClr val="477930"/>
        </a:accent6>
        <a:hlink>
          <a:srgbClr val="FF9900"/>
        </a:hlink>
        <a:folHlink>
          <a:srgbClr val="FFBE3D"/>
        </a:folHlink>
      </a:clrScheme>
      <a:clrMap bg1="dk2" tx1="lt1" bg2="dk1" tx2="lt2" accent1="accent1" accent2="accent2" accent3="accent3" accent4="accent4" accent5="accent5" accent6="accent6" hlink="hlink" folHlink="folHlink"/>
    </a:extraClrScheme>
    <a:extraClrScheme>
      <a:clrScheme name="Universal Template 8">
        <a:dk1>
          <a:srgbClr val="000000"/>
        </a:dk1>
        <a:lt1>
          <a:srgbClr val="FFFFFF"/>
        </a:lt1>
        <a:dk2>
          <a:srgbClr val="002960"/>
        </a:dk2>
        <a:lt2>
          <a:srgbClr val="FFFFFF"/>
        </a:lt2>
        <a:accent1>
          <a:srgbClr val="C7E0FB"/>
        </a:accent1>
        <a:accent2>
          <a:srgbClr val="C7C293"/>
        </a:accent2>
        <a:accent3>
          <a:srgbClr val="FFFFFF"/>
        </a:accent3>
        <a:accent4>
          <a:srgbClr val="000000"/>
        </a:accent4>
        <a:accent5>
          <a:srgbClr val="E0EDFD"/>
        </a:accent5>
        <a:accent6>
          <a:srgbClr val="B4B085"/>
        </a:accent6>
        <a:hlink>
          <a:srgbClr val="50A2A0"/>
        </a:hlink>
        <a:folHlink>
          <a:srgbClr val="002960"/>
        </a:folHlink>
      </a:clrScheme>
      <a:clrMap bg1="lt1" tx1="dk1" bg2="lt2" tx2="dk2" accent1="accent1" accent2="accent2" accent3="accent3" accent4="accent4" accent5="accent5" accent6="accent6" hlink="hlink" folHlink="folHlink"/>
    </a:extraClrScheme>
    <a:extraClrScheme>
      <a:clrScheme name="Universal Template 9">
        <a:dk1>
          <a:srgbClr val="002960"/>
        </a:dk1>
        <a:lt1>
          <a:srgbClr val="FFFFFF"/>
        </a:lt1>
        <a:dk2>
          <a:srgbClr val="002960"/>
        </a:dk2>
        <a:lt2>
          <a:srgbClr val="FFBE3D"/>
        </a:lt2>
        <a:accent1>
          <a:srgbClr val="0066CC"/>
        </a:accent1>
        <a:accent2>
          <a:srgbClr val="50A2A0"/>
        </a:accent2>
        <a:accent3>
          <a:srgbClr val="AAACB6"/>
        </a:accent3>
        <a:accent4>
          <a:srgbClr val="DADADA"/>
        </a:accent4>
        <a:accent5>
          <a:srgbClr val="AAB8E2"/>
        </a:accent5>
        <a:accent6>
          <a:srgbClr val="489291"/>
        </a:accent6>
        <a:hlink>
          <a:srgbClr val="C7C293"/>
        </a:hlink>
        <a:folHlink>
          <a:srgbClr val="FFBE3D"/>
        </a:folHlink>
      </a:clrScheme>
      <a:clrMap bg1="dk2" tx1="lt1" bg2="dk1" tx2="lt2" accent1="accent1" accent2="accent2" accent3="accent3" accent4="accent4" accent5="accent5" accent6="accent6" hlink="hlink" folHlink="folHlink"/>
    </a:extraClrScheme>
    <a:extraClrScheme>
      <a:clrScheme name="Universal Template 10">
        <a:dk1>
          <a:srgbClr val="000000"/>
        </a:dk1>
        <a:lt1>
          <a:srgbClr val="FFFFFF"/>
        </a:lt1>
        <a:dk2>
          <a:srgbClr val="000000"/>
        </a:dk2>
        <a:lt2>
          <a:srgbClr val="FFBE3D"/>
        </a:lt2>
        <a:accent1>
          <a:srgbClr val="174A7C"/>
        </a:accent1>
        <a:accent2>
          <a:srgbClr val="50A2A0"/>
        </a:accent2>
        <a:accent3>
          <a:srgbClr val="AAAAAA"/>
        </a:accent3>
        <a:accent4>
          <a:srgbClr val="DADADA"/>
        </a:accent4>
        <a:accent5>
          <a:srgbClr val="ABB1BF"/>
        </a:accent5>
        <a:accent6>
          <a:srgbClr val="489291"/>
        </a:accent6>
        <a:hlink>
          <a:srgbClr val="C7C293"/>
        </a:hlink>
        <a:folHlink>
          <a:srgbClr val="FFBE3D"/>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佈景主題">
  <a:themeElements>
    <a:clrScheme name="">
      <a:dk1>
        <a:srgbClr val="000000"/>
      </a:dk1>
      <a:lt1>
        <a:srgbClr val="FFFFFF"/>
      </a:lt1>
      <a:dk2>
        <a:srgbClr val="000000"/>
      </a:dk2>
      <a:lt2>
        <a:srgbClr val="000000"/>
      </a:lt2>
      <a:accent1>
        <a:srgbClr val="FFFFFF"/>
      </a:accent1>
      <a:accent2>
        <a:srgbClr val="D0D0D0"/>
      </a:accent2>
      <a:accent3>
        <a:srgbClr val="FFFFFF"/>
      </a:accent3>
      <a:accent4>
        <a:srgbClr val="000000"/>
      </a:accent4>
      <a:accent5>
        <a:srgbClr val="FFFFFF"/>
      </a:accent5>
      <a:accent6>
        <a:srgbClr val="BCBCBC"/>
      </a:accent6>
      <a:hlink>
        <a:srgbClr val="909090"/>
      </a:hlink>
      <a:folHlink>
        <a:srgbClr val="0000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佈景主題">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Universal Template</Template>
  <TotalTime>20715</TotalTime>
  <Words>758</Words>
  <Application>Microsoft Office PowerPoint</Application>
  <PresentationFormat>自訂</PresentationFormat>
  <Paragraphs>100</Paragraphs>
  <Slides>10</Slides>
  <Notes>1</Notes>
  <HiddenSlides>0</HiddenSlides>
  <MMClips>0</MMClips>
  <ScaleCrop>false</ScaleCrop>
  <HeadingPairs>
    <vt:vector size="6" baseType="variant">
      <vt:variant>
        <vt:lpstr>使用字型</vt:lpstr>
      </vt:variant>
      <vt:variant>
        <vt:i4>7</vt:i4>
      </vt:variant>
      <vt:variant>
        <vt:lpstr>佈景主題</vt:lpstr>
      </vt:variant>
      <vt:variant>
        <vt:i4>1</vt:i4>
      </vt:variant>
      <vt:variant>
        <vt:lpstr>投影片標題</vt:lpstr>
      </vt:variant>
      <vt:variant>
        <vt:i4>10</vt:i4>
      </vt:variant>
    </vt:vector>
  </HeadingPairs>
  <TitlesOfParts>
    <vt:vector size="18" baseType="lpstr">
      <vt:lpstr>微軟正黑體</vt:lpstr>
      <vt:lpstr>新細明體</vt:lpstr>
      <vt:lpstr>Arial</vt:lpstr>
      <vt:lpstr>Calibri</vt:lpstr>
      <vt:lpstr>Noto Sans TC</vt:lpstr>
      <vt:lpstr>Times New Roman</vt:lpstr>
      <vt:lpstr>Wingdings</vt:lpstr>
      <vt:lpstr>Universal Template</vt:lpstr>
      <vt:lpstr>PowerPoint 簡報</vt:lpstr>
      <vt:lpstr>報告大綱 Agenda</vt:lpstr>
      <vt:lpstr>1. 什麼是 ASK David？(1/1)</vt:lpstr>
      <vt:lpstr>2.痛點解析： 投研團隊與資訊維運的共性難題(1/1)</vt:lpstr>
      <vt:lpstr>3. ASK David 運作流程圖（以基金終止諮詢為例)(1/1)</vt:lpstr>
      <vt:lpstr>4. 深度對比：為什麼 ASK David 才是金融決策首選？(1/1)</vt:lpstr>
      <vt:lpstr>PowerPoint 簡報</vt:lpstr>
      <vt:lpstr>5.回歸內部我們IT面臨的挑戰(1/3)</vt:lpstr>
      <vt:lpstr>5. 延伸應用案例一：開發前的「邏輯嚮導」 (2/3)</vt:lpstr>
      <vt:lpstr>5. 延伸應用案例二：AI IT維運診斷家(3/3)</vt:lpstr>
    </vt:vector>
  </TitlesOfParts>
  <Company>Corporate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Administrator</dc:creator>
  <cp:keywords>Message Universal Template A4</cp:keywords>
  <dc:description>Version 1.1</dc:description>
  <cp:lastModifiedBy>user</cp:lastModifiedBy>
  <cp:revision>1497</cp:revision>
  <cp:lastPrinted>2005-12-20T16:28:07Z</cp:lastPrinted>
  <dcterms:created xsi:type="dcterms:W3CDTF">2005-10-04T01:34:02Z</dcterms:created>
  <dcterms:modified xsi:type="dcterms:W3CDTF">2026-05-18T14:45:38Z</dcterms:modified>
  <cp:category>POT - A4</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Universal Objects">
    <vt:bool>true</vt:bool>
  </property>
  <property fmtid="{D5CDD505-2E9C-101B-9397-08002B2CF9AE}" pid="3" name="McKPaperSize">
    <vt:lpwstr>A4</vt:lpwstr>
  </property>
  <property fmtid="{D5CDD505-2E9C-101B-9397-08002B2CF9AE}" pid="4" name="NotesPageLayout">
    <vt:lpwstr>Message</vt:lpwstr>
  </property>
  <property fmtid="{D5CDD505-2E9C-101B-9397-08002B2CF9AE}" pid="5" name="Event">
    <vt:lpwstr>12th Integration Office Meeting</vt:lpwstr>
  </property>
  <property fmtid="{D5CDD505-2E9C-101B-9397-08002B2CF9AE}" pid="6" name="Delivery Date">
    <vt:lpwstr>December 21, 2005</vt:lpwstr>
  </property>
  <property fmtid="{D5CDD505-2E9C-101B-9397-08002B2CF9AE}" pid="7" name="DocIDinTitle">
    <vt:bool>true</vt:bool>
  </property>
  <property fmtid="{D5CDD505-2E9C-101B-9397-08002B2CF9AE}" pid="8" name="DocIDinSlide">
    <vt:bool>true</vt:bool>
  </property>
  <property fmtid="{D5CDD505-2E9C-101B-9397-08002B2CF9AE}" pid="9" name="DocIDPosition">
    <vt:i4>0</vt:i4>
  </property>
  <property fmtid="{D5CDD505-2E9C-101B-9397-08002B2CF9AE}" pid="10" name="DocID">
    <vt:lpwstr>‹footer›</vt:lpwstr>
  </property>
  <property fmtid="{D5CDD505-2E9C-101B-9397-08002B2CF9AE}" pid="11" name="SWOTitle">
    <vt:lpwstr>Open:20051102 STC v6</vt:lpwstr>
  </property>
  <property fmtid="{D5CDD505-2E9C-101B-9397-08002B2CF9AE}" pid="12" name="Title">
    <vt:lpwstr>Title</vt:lpwstr>
  </property>
  <property fmtid="{D5CDD505-2E9C-101B-9397-08002B2CF9AE}" pid="13" name="Final">
    <vt:bool>true</vt:bool>
  </property>
</Properties>
</file>